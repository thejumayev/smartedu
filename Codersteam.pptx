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embeddedFontLst>
    <p:embeddedFont>
      <p:font typeface="Quattrocento Sans" charset="-122" pitchFamily="34"/>
      <p:regular r:id="rId13"/>
    </p:embeddedFont>
    <p:embeddedFont>
      <p:font typeface="Hedvig Letters Sans" charset="-122" pitchFamily="34"/>
      <p:regular r:id="rId14"/>
    </p:embeddedFont>
    <p:embeddedFont>
      <p:font typeface="Liter" charset="-122" pitchFamily="34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aver.com/4dde66837190d1cae0a697d7094eaf3c2b9ca95a.jpg">    </p:cNvPr>
          <p:cNvPicPr>
            <a:picLocks noChangeAspect="1"/>
          </p:cNvPicPr>
          <p:nvPr/>
        </p:nvPicPr>
        <p:blipFill>
          <a:blip r:embed="rId1"/>
          <a:srcRect l="222" r="222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5F73">
                  <a:alpha val="95000"/>
                </a:srgbClr>
              </a:gs>
              <a:gs pos="50000">
                <a:srgbClr val="0A9396">
                  <a:alpha val="90000"/>
                </a:srgbClr>
              </a:gs>
              <a:gs pos="100000">
                <a:srgbClr val="005F73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8620"/>
            <a:ext cx="1190625" cy="381000"/>
          </a:xfrm>
          <a:custGeom>
            <a:avLst/>
            <a:gdLst/>
            <a:ahLst/>
            <a:cxnLst/>
            <a:rect l="l" t="t" r="r" b="b"/>
            <a:pathLst>
              <a:path w="1190625" h="381000">
                <a:moveTo>
                  <a:pt x="190500" y="0"/>
                </a:moveTo>
                <a:lnTo>
                  <a:pt x="1000125" y="0"/>
                </a:lnTo>
                <a:cubicBezTo>
                  <a:pt x="1105265" y="0"/>
                  <a:pt x="1190625" y="85360"/>
                  <a:pt x="1190625" y="190500"/>
                </a:cubicBezTo>
                <a:lnTo>
                  <a:pt x="1190625" y="190500"/>
                </a:lnTo>
                <a:cubicBezTo>
                  <a:pt x="1190625" y="295640"/>
                  <a:pt x="1105265" y="381000"/>
                  <a:pt x="100012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95300"/>
            <a:ext cx="88213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PITCH DAY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24144" y="384810"/>
            <a:ext cx="2684145" cy="388620"/>
          </a:xfrm>
          <a:custGeom>
            <a:avLst/>
            <a:gdLst/>
            <a:ahLst/>
            <a:cxnLst/>
            <a:rect l="l" t="t" r="r" b="b"/>
            <a:pathLst>
              <a:path w="2684145" h="388620">
                <a:moveTo>
                  <a:pt x="194310" y="0"/>
                </a:moveTo>
                <a:lnTo>
                  <a:pt x="2489835" y="0"/>
                </a:lnTo>
                <a:cubicBezTo>
                  <a:pt x="2597149" y="0"/>
                  <a:pt x="2684145" y="86996"/>
                  <a:pt x="2684145" y="194310"/>
                </a:cubicBezTo>
                <a:lnTo>
                  <a:pt x="2684145" y="194310"/>
                </a:lnTo>
                <a:cubicBezTo>
                  <a:pt x="2684145" y="301624"/>
                  <a:pt x="2597149" y="388620"/>
                  <a:pt x="2489835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F8F9FA">
              <a:alpha val="20000"/>
            </a:srgbClr>
          </a:solidFill>
          <a:ln w="10160">
            <a:solidFill>
              <a:srgbClr val="F8F9FA">
                <a:alpha val="30196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18454" y="495300"/>
            <a:ext cx="23723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#MilliyAIXakaton #BukharaAI 2026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1528763"/>
            <a:ext cx="6686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8F9F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Smart Edu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2671763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E9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Education Platform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3357563"/>
            <a:ext cx="63436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Ўзбекистондаги мактаб ўқувчилари учун AI ёрдамчиси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1000" y="426243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12" name="Text 9"/>
          <p:cNvSpPr/>
          <p:nvPr/>
        </p:nvSpPr>
        <p:spPr>
          <a:xfrm>
            <a:off x="609600" y="4186238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Адаптив таълим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485311" y="426243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14" name="Text 11"/>
          <p:cNvSpPr/>
          <p:nvPr/>
        </p:nvSpPr>
        <p:spPr>
          <a:xfrm>
            <a:off x="2713911" y="4186238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Шахсий тавсиялар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802862" y="426243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16" name="Text 13"/>
          <p:cNvSpPr/>
          <p:nvPr/>
        </p:nvSpPr>
        <p:spPr>
          <a:xfrm>
            <a:off x="5031462" y="4186238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Яхши натижалар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71500" y="5897880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655373" y="5867519"/>
            <a:ext cx="215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B2C Монетизация Модели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626798" y="6172319"/>
            <a:ext cx="2181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smartedu.uz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354" y="456761"/>
            <a:ext cx="4848692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b="1" spc="97" kern="0" dirty="0">
                <a:solidFill>
                  <a:srgbClr val="0A93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MUAMMO VA YECHIM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1354" y="667573"/>
            <a:ext cx="7324477" cy="42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0" b="1" dirty="0">
                <a:solidFill>
                  <a:srgbClr val="005F7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Нега бизга эҳтиёж бор?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845984" y="351354"/>
            <a:ext cx="1422986" cy="843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640" b="1" dirty="0">
                <a:solidFill>
                  <a:srgbClr val="005F73">
                    <a:alpha val="1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8382" y="1342174"/>
            <a:ext cx="5626942" cy="5161397"/>
          </a:xfrm>
          <a:custGeom>
            <a:avLst/>
            <a:gdLst/>
            <a:ahLst/>
            <a:cxnLst/>
            <a:rect l="l" t="t" r="r" b="b"/>
            <a:pathLst>
              <a:path w="5626942" h="5161397">
                <a:moveTo>
                  <a:pt x="140545" y="0"/>
                </a:moveTo>
                <a:lnTo>
                  <a:pt x="5486397" y="0"/>
                </a:lnTo>
                <a:cubicBezTo>
                  <a:pt x="5564018" y="0"/>
                  <a:pt x="5626942" y="62924"/>
                  <a:pt x="5626942" y="140545"/>
                </a:cubicBezTo>
                <a:lnTo>
                  <a:pt x="5626942" y="5020852"/>
                </a:lnTo>
                <a:cubicBezTo>
                  <a:pt x="5626942" y="5098473"/>
                  <a:pt x="5564018" y="5161397"/>
                  <a:pt x="5486397" y="5161397"/>
                </a:cubicBezTo>
                <a:lnTo>
                  <a:pt x="140545" y="5161397"/>
                </a:lnTo>
                <a:cubicBezTo>
                  <a:pt x="62924" y="5161397"/>
                  <a:pt x="0" y="5098473"/>
                  <a:pt x="0" y="5020852"/>
                </a:cubicBezTo>
                <a:lnTo>
                  <a:pt x="0" y="140545"/>
                </a:lnTo>
                <a:cubicBezTo>
                  <a:pt x="0" y="62924"/>
                  <a:pt x="62924" y="0"/>
                  <a:pt x="140545" y="0"/>
                </a:cubicBezTo>
                <a:close/>
              </a:path>
            </a:pathLst>
          </a:custGeom>
          <a:gradFill rotWithShape="1" flip="none">
            <a:gsLst>
              <a:gs pos="0">
                <a:srgbClr val="EE9B00">
                  <a:alpha val="20000"/>
                </a:srgbClr>
              </a:gs>
              <a:gs pos="100000">
                <a:srgbClr val="EE9B00">
                  <a:alpha val="5000"/>
                </a:srgbClr>
              </a:gs>
            </a:gsLst>
            <a:lin ang="2700000" scaled="1"/>
          </a:gradFill>
          <a:ln w="20320">
            <a:solidFill>
              <a:srgbClr val="EE9B00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221" y="2129208"/>
            <a:ext cx="491896" cy="491896"/>
          </a:xfrm>
          <a:custGeom>
            <a:avLst/>
            <a:gdLst/>
            <a:ahLst/>
            <a:cxnLst/>
            <a:rect l="l" t="t" r="r" b="b"/>
            <a:pathLst>
              <a:path w="491896" h="491896">
                <a:moveTo>
                  <a:pt x="105408" y="0"/>
                </a:moveTo>
                <a:lnTo>
                  <a:pt x="386488" y="0"/>
                </a:lnTo>
                <a:cubicBezTo>
                  <a:pt x="444703" y="0"/>
                  <a:pt x="491896" y="47193"/>
                  <a:pt x="491896" y="105408"/>
                </a:cubicBezTo>
                <a:lnTo>
                  <a:pt x="491896" y="386488"/>
                </a:lnTo>
                <a:cubicBezTo>
                  <a:pt x="491896" y="444703"/>
                  <a:pt x="444703" y="491896"/>
                  <a:pt x="386488" y="491896"/>
                </a:cubicBezTo>
                <a:lnTo>
                  <a:pt x="105408" y="491896"/>
                </a:lnTo>
                <a:cubicBezTo>
                  <a:pt x="47193" y="491896"/>
                  <a:pt x="0" y="444703"/>
                  <a:pt x="0" y="386488"/>
                </a:cubicBezTo>
                <a:lnTo>
                  <a:pt x="0" y="105408"/>
                </a:lnTo>
                <a:cubicBezTo>
                  <a:pt x="0" y="47232"/>
                  <a:pt x="47232" y="0"/>
                  <a:pt x="105408" y="0"/>
                </a:cubicBezTo>
                <a:close/>
              </a:path>
            </a:pathLst>
          </a:custGeom>
          <a:solidFill>
            <a:srgbClr val="EE9B00"/>
          </a:solidFill>
          <a:ln/>
          <a:effectLst>
            <a:outerShdw sx="100000" sy="100000" kx="0" ky="0" algn="bl" rotWithShape="0" blurRad="131758" dist="87839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6763" y="2269750"/>
            <a:ext cx="210813" cy="210813"/>
          </a:xfrm>
          <a:custGeom>
            <a:avLst/>
            <a:gdLst/>
            <a:ahLst/>
            <a:cxnLst/>
            <a:rect l="l" t="t" r="r" b="b"/>
            <a:pathLst>
              <a:path w="210813" h="210813">
                <a:moveTo>
                  <a:pt x="105406" y="0"/>
                </a:moveTo>
                <a:cubicBezTo>
                  <a:pt x="111459" y="0"/>
                  <a:pt x="117018" y="3335"/>
                  <a:pt x="119900" y="8647"/>
                </a:cubicBezTo>
                <a:lnTo>
                  <a:pt x="208836" y="173344"/>
                </a:lnTo>
                <a:cubicBezTo>
                  <a:pt x="211595" y="178450"/>
                  <a:pt x="211471" y="184626"/>
                  <a:pt x="208507" y="189608"/>
                </a:cubicBezTo>
                <a:cubicBezTo>
                  <a:pt x="205542" y="194590"/>
                  <a:pt x="200149" y="197637"/>
                  <a:pt x="194343" y="197637"/>
                </a:cubicBezTo>
                <a:lnTo>
                  <a:pt x="16470" y="197637"/>
                </a:lnTo>
                <a:cubicBezTo>
                  <a:pt x="10664" y="197637"/>
                  <a:pt x="5311" y="194590"/>
                  <a:pt x="2306" y="189608"/>
                </a:cubicBezTo>
                <a:cubicBezTo>
                  <a:pt x="-700" y="184626"/>
                  <a:pt x="-782" y="178450"/>
                  <a:pt x="1976" y="173344"/>
                </a:cubicBezTo>
                <a:lnTo>
                  <a:pt x="90913" y="8647"/>
                </a:lnTo>
                <a:cubicBezTo>
                  <a:pt x="93795" y="3335"/>
                  <a:pt x="99354" y="0"/>
                  <a:pt x="105406" y="0"/>
                </a:cubicBezTo>
                <a:close/>
                <a:moveTo>
                  <a:pt x="105406" y="69173"/>
                </a:moveTo>
                <a:cubicBezTo>
                  <a:pt x="99930" y="69173"/>
                  <a:pt x="95524" y="73579"/>
                  <a:pt x="95524" y="79055"/>
                </a:cubicBezTo>
                <a:lnTo>
                  <a:pt x="95524" y="125170"/>
                </a:lnTo>
                <a:cubicBezTo>
                  <a:pt x="95524" y="130646"/>
                  <a:pt x="99930" y="135052"/>
                  <a:pt x="105406" y="135052"/>
                </a:cubicBezTo>
                <a:cubicBezTo>
                  <a:pt x="110883" y="135052"/>
                  <a:pt x="115288" y="130646"/>
                  <a:pt x="115288" y="125170"/>
                </a:cubicBezTo>
                <a:lnTo>
                  <a:pt x="115288" y="79055"/>
                </a:lnTo>
                <a:cubicBezTo>
                  <a:pt x="115288" y="73579"/>
                  <a:pt x="110883" y="69173"/>
                  <a:pt x="105406" y="69173"/>
                </a:cubicBezTo>
                <a:close/>
                <a:moveTo>
                  <a:pt x="116400" y="158110"/>
                </a:moveTo>
                <a:cubicBezTo>
                  <a:pt x="116650" y="154029"/>
                  <a:pt x="114615" y="150146"/>
                  <a:pt x="111117" y="148030"/>
                </a:cubicBezTo>
                <a:cubicBezTo>
                  <a:pt x="107619" y="145914"/>
                  <a:pt x="103235" y="145914"/>
                  <a:pt x="99737" y="148030"/>
                </a:cubicBezTo>
                <a:cubicBezTo>
                  <a:pt x="96239" y="150146"/>
                  <a:pt x="94204" y="154029"/>
                  <a:pt x="94454" y="158110"/>
                </a:cubicBezTo>
                <a:cubicBezTo>
                  <a:pt x="94204" y="162190"/>
                  <a:pt x="96239" y="166073"/>
                  <a:pt x="99737" y="168189"/>
                </a:cubicBezTo>
                <a:cubicBezTo>
                  <a:pt x="103235" y="170305"/>
                  <a:pt x="107619" y="170305"/>
                  <a:pt x="111117" y="168189"/>
                </a:cubicBezTo>
                <a:cubicBezTo>
                  <a:pt x="114615" y="166073"/>
                  <a:pt x="116650" y="162190"/>
                  <a:pt x="116400" y="15811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73524" y="2217047"/>
            <a:ext cx="1150686" cy="316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EE9B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Муаммо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221" y="2761646"/>
            <a:ext cx="5191262" cy="1018928"/>
          </a:xfrm>
          <a:custGeom>
            <a:avLst/>
            <a:gdLst/>
            <a:ahLst/>
            <a:cxnLst/>
            <a:rect l="l" t="t" r="r" b="b"/>
            <a:pathLst>
              <a:path w="5191262" h="1018928">
                <a:moveTo>
                  <a:pt x="105408" y="0"/>
                </a:moveTo>
                <a:lnTo>
                  <a:pt x="5085854" y="0"/>
                </a:lnTo>
                <a:cubicBezTo>
                  <a:pt x="5144069" y="0"/>
                  <a:pt x="5191262" y="47193"/>
                  <a:pt x="5191262" y="105408"/>
                </a:cubicBezTo>
                <a:lnTo>
                  <a:pt x="5191262" y="913520"/>
                </a:lnTo>
                <a:cubicBezTo>
                  <a:pt x="5191262" y="971735"/>
                  <a:pt x="5144069" y="1018928"/>
                  <a:pt x="5085854" y="1018928"/>
                </a:cubicBezTo>
                <a:lnTo>
                  <a:pt x="105408" y="1018928"/>
                </a:lnTo>
                <a:cubicBezTo>
                  <a:pt x="47193" y="1018928"/>
                  <a:pt x="0" y="971735"/>
                  <a:pt x="0" y="913520"/>
                </a:cubicBezTo>
                <a:lnTo>
                  <a:pt x="0" y="105408"/>
                </a:lnTo>
                <a:cubicBezTo>
                  <a:pt x="0" y="47232"/>
                  <a:pt x="47232" y="0"/>
                  <a:pt x="105408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16763" y="2937324"/>
            <a:ext cx="281084" cy="281084"/>
          </a:xfrm>
          <a:custGeom>
            <a:avLst/>
            <a:gdLst/>
            <a:ahLst/>
            <a:cxnLst/>
            <a:rect l="l" t="t" r="r" b="b"/>
            <a:pathLst>
              <a:path w="281084" h="281084">
                <a:moveTo>
                  <a:pt x="70271" y="0"/>
                </a:moveTo>
                <a:lnTo>
                  <a:pt x="210813" y="0"/>
                </a:lnTo>
                <a:cubicBezTo>
                  <a:pt x="249622" y="0"/>
                  <a:pt x="281084" y="31461"/>
                  <a:pt x="281084" y="70271"/>
                </a:cubicBezTo>
                <a:lnTo>
                  <a:pt x="281084" y="210813"/>
                </a:lnTo>
                <a:cubicBezTo>
                  <a:pt x="281084" y="249622"/>
                  <a:pt x="249622" y="281084"/>
                  <a:pt x="210813" y="281084"/>
                </a:cubicBezTo>
                <a:lnTo>
                  <a:pt x="70271" y="281084"/>
                </a:lnTo>
                <a:cubicBezTo>
                  <a:pt x="31461" y="281084"/>
                  <a:pt x="0" y="249622"/>
                  <a:pt x="0" y="210813"/>
                </a:cubicBezTo>
                <a:lnTo>
                  <a:pt x="0" y="70271"/>
                </a:lnTo>
                <a:cubicBezTo>
                  <a:pt x="0" y="31487"/>
                  <a:pt x="31487" y="0"/>
                  <a:pt x="70271" y="0"/>
                </a:cubicBezTo>
                <a:close/>
              </a:path>
            </a:pathLst>
          </a:custGeom>
          <a:solidFill>
            <a:srgbClr val="EE9B00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35016" y="2972459"/>
            <a:ext cx="114190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E9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3253" y="2902188"/>
            <a:ext cx="4602744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Индивидуал эмас ёндашув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03253" y="3183272"/>
            <a:ext cx="4593960" cy="456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Ўқитувчилар ҳар бир ўқувчини </a:t>
            </a:r>
            <a:pPr>
              <a:lnSpc>
                <a:spcPct val="140000"/>
              </a:lnSpc>
            </a:pPr>
            <a:r>
              <a:rPr lang="en-US" sz="1107" dirty="0">
                <a:solidFill>
                  <a:srgbClr val="212529">
                    <a:alpha val="70000"/>
                  </a:srgbClr>
                </a:solidFill>
                <a:highlight>
                  <a:srgbClr val="EE9B0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тahlil қилишга улгура олмайди </a:t>
            </a:r>
            <a:pPr>
              <a:lnSpc>
                <a:spcPct val="140000"/>
              </a:lnSpc>
            </a:pPr>
            <a:r>
              <a:rPr lang="en-US" sz="1107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Барчага бир хил топшириқлар.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6221" y="3956252"/>
            <a:ext cx="5191262" cy="790548"/>
          </a:xfrm>
          <a:custGeom>
            <a:avLst/>
            <a:gdLst/>
            <a:ahLst/>
            <a:cxnLst/>
            <a:rect l="l" t="t" r="r" b="b"/>
            <a:pathLst>
              <a:path w="5191262" h="790548">
                <a:moveTo>
                  <a:pt x="105404" y="0"/>
                </a:moveTo>
                <a:lnTo>
                  <a:pt x="5085859" y="0"/>
                </a:lnTo>
                <a:cubicBezTo>
                  <a:pt x="5144071" y="0"/>
                  <a:pt x="5191262" y="47191"/>
                  <a:pt x="5191262" y="105404"/>
                </a:cubicBezTo>
                <a:lnTo>
                  <a:pt x="5191262" y="685144"/>
                </a:lnTo>
                <a:cubicBezTo>
                  <a:pt x="5191262" y="743357"/>
                  <a:pt x="5144071" y="790548"/>
                  <a:pt x="5085859" y="790548"/>
                </a:cubicBezTo>
                <a:lnTo>
                  <a:pt x="105404" y="790548"/>
                </a:lnTo>
                <a:cubicBezTo>
                  <a:pt x="47191" y="790548"/>
                  <a:pt x="0" y="743357"/>
                  <a:pt x="0" y="685144"/>
                </a:cubicBezTo>
                <a:lnTo>
                  <a:pt x="0" y="105404"/>
                </a:lnTo>
                <a:cubicBezTo>
                  <a:pt x="0" y="47191"/>
                  <a:pt x="47191" y="0"/>
                  <a:pt x="105404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6763" y="4131929"/>
            <a:ext cx="281084" cy="281084"/>
          </a:xfrm>
          <a:custGeom>
            <a:avLst/>
            <a:gdLst/>
            <a:ahLst/>
            <a:cxnLst/>
            <a:rect l="l" t="t" r="r" b="b"/>
            <a:pathLst>
              <a:path w="281084" h="281084">
                <a:moveTo>
                  <a:pt x="70271" y="0"/>
                </a:moveTo>
                <a:lnTo>
                  <a:pt x="210813" y="0"/>
                </a:lnTo>
                <a:cubicBezTo>
                  <a:pt x="249622" y="0"/>
                  <a:pt x="281084" y="31461"/>
                  <a:pt x="281084" y="70271"/>
                </a:cubicBezTo>
                <a:lnTo>
                  <a:pt x="281084" y="210813"/>
                </a:lnTo>
                <a:cubicBezTo>
                  <a:pt x="281084" y="249622"/>
                  <a:pt x="249622" y="281084"/>
                  <a:pt x="210813" y="281084"/>
                </a:cubicBezTo>
                <a:lnTo>
                  <a:pt x="70271" y="281084"/>
                </a:lnTo>
                <a:cubicBezTo>
                  <a:pt x="31461" y="281084"/>
                  <a:pt x="0" y="249622"/>
                  <a:pt x="0" y="210813"/>
                </a:cubicBezTo>
                <a:lnTo>
                  <a:pt x="0" y="70271"/>
                </a:lnTo>
                <a:cubicBezTo>
                  <a:pt x="0" y="31487"/>
                  <a:pt x="31487" y="0"/>
                  <a:pt x="70271" y="0"/>
                </a:cubicBezTo>
                <a:close/>
              </a:path>
            </a:pathLst>
          </a:custGeom>
          <a:solidFill>
            <a:srgbClr val="EE9B00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1511" y="4167064"/>
            <a:ext cx="140542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E9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3253" y="4096793"/>
            <a:ext cx="4014225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Вақт харажатлари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3253" y="4377878"/>
            <a:ext cx="4005441" cy="22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Рутина учун </a:t>
            </a:r>
            <a:pPr>
              <a:lnSpc>
                <a:spcPct val="140000"/>
              </a:lnSpc>
            </a:pPr>
            <a:r>
              <a:rPr lang="en-US" sz="1107" dirty="0">
                <a:solidFill>
                  <a:srgbClr val="212529">
                    <a:alpha val="70000"/>
                  </a:srgbClr>
                </a:solidFill>
                <a:highlight>
                  <a:srgbClr val="EE9B0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кўп вақт кетади </a:t>
            </a:r>
            <a:pPr>
              <a:lnSpc>
                <a:spcPct val="140000"/>
              </a:lnSpc>
            </a:pPr>
            <a:r>
              <a:rPr lang="en-US" sz="1107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тест яратиш, текшириш, тahlil.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6221" y="4922477"/>
            <a:ext cx="5191262" cy="790548"/>
          </a:xfrm>
          <a:custGeom>
            <a:avLst/>
            <a:gdLst/>
            <a:ahLst/>
            <a:cxnLst/>
            <a:rect l="l" t="t" r="r" b="b"/>
            <a:pathLst>
              <a:path w="5191262" h="790548">
                <a:moveTo>
                  <a:pt x="105404" y="0"/>
                </a:moveTo>
                <a:lnTo>
                  <a:pt x="5085859" y="0"/>
                </a:lnTo>
                <a:cubicBezTo>
                  <a:pt x="5144071" y="0"/>
                  <a:pt x="5191262" y="47191"/>
                  <a:pt x="5191262" y="105404"/>
                </a:cubicBezTo>
                <a:lnTo>
                  <a:pt x="5191262" y="685144"/>
                </a:lnTo>
                <a:cubicBezTo>
                  <a:pt x="5191262" y="743357"/>
                  <a:pt x="5144071" y="790548"/>
                  <a:pt x="5085859" y="790548"/>
                </a:cubicBezTo>
                <a:lnTo>
                  <a:pt x="105404" y="790548"/>
                </a:lnTo>
                <a:cubicBezTo>
                  <a:pt x="47191" y="790548"/>
                  <a:pt x="0" y="743357"/>
                  <a:pt x="0" y="685144"/>
                </a:cubicBezTo>
                <a:lnTo>
                  <a:pt x="0" y="105404"/>
                </a:lnTo>
                <a:cubicBezTo>
                  <a:pt x="0" y="47191"/>
                  <a:pt x="47191" y="0"/>
                  <a:pt x="105404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6763" y="5098155"/>
            <a:ext cx="281084" cy="281084"/>
          </a:xfrm>
          <a:custGeom>
            <a:avLst/>
            <a:gdLst/>
            <a:ahLst/>
            <a:cxnLst/>
            <a:rect l="l" t="t" r="r" b="b"/>
            <a:pathLst>
              <a:path w="281084" h="281084">
                <a:moveTo>
                  <a:pt x="70271" y="0"/>
                </a:moveTo>
                <a:lnTo>
                  <a:pt x="210813" y="0"/>
                </a:lnTo>
                <a:cubicBezTo>
                  <a:pt x="249622" y="0"/>
                  <a:pt x="281084" y="31461"/>
                  <a:pt x="281084" y="70271"/>
                </a:cubicBezTo>
                <a:lnTo>
                  <a:pt x="281084" y="210813"/>
                </a:lnTo>
                <a:cubicBezTo>
                  <a:pt x="281084" y="249622"/>
                  <a:pt x="249622" y="281084"/>
                  <a:pt x="210813" y="281084"/>
                </a:cubicBezTo>
                <a:lnTo>
                  <a:pt x="70271" y="281084"/>
                </a:lnTo>
                <a:cubicBezTo>
                  <a:pt x="31461" y="281084"/>
                  <a:pt x="0" y="249622"/>
                  <a:pt x="0" y="210813"/>
                </a:cubicBezTo>
                <a:lnTo>
                  <a:pt x="0" y="70271"/>
                </a:lnTo>
                <a:cubicBezTo>
                  <a:pt x="0" y="31487"/>
                  <a:pt x="31487" y="0"/>
                  <a:pt x="70271" y="0"/>
                </a:cubicBezTo>
                <a:close/>
              </a:path>
            </a:pathLst>
          </a:custGeom>
          <a:solidFill>
            <a:srgbClr val="EE9B00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19644" y="5133290"/>
            <a:ext cx="149326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E9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3253" y="5063019"/>
            <a:ext cx="3012865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Рад этиш йўқ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3253" y="5344103"/>
            <a:ext cx="3004081" cy="22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Ўқувчи </a:t>
            </a:r>
            <a:pPr>
              <a:lnSpc>
                <a:spcPct val="140000"/>
              </a:lnSpc>
            </a:pPr>
            <a:r>
              <a:rPr lang="en-US" sz="1107" dirty="0">
                <a:solidFill>
                  <a:srgbClr val="212529">
                    <a:alpha val="70000"/>
                  </a:srgbClr>
                </a:solidFill>
                <a:highlight>
                  <a:srgbClr val="EE9B0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қаерда кучсиз эканини тушунмайди </a:t>
            </a:r>
            <a:pPr>
              <a:lnSpc>
                <a:spcPct val="140000"/>
              </a:lnSpc>
            </a:pPr>
            <a:r>
              <a:rPr lang="en-US" sz="1107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03273" y="1335147"/>
            <a:ext cx="5639239" cy="4506121"/>
          </a:xfrm>
          <a:custGeom>
            <a:avLst/>
            <a:gdLst/>
            <a:ahLst/>
            <a:cxnLst/>
            <a:rect l="l" t="t" r="r" b="b"/>
            <a:pathLst>
              <a:path w="5639239" h="4506121">
                <a:moveTo>
                  <a:pt x="140546" y="0"/>
                </a:moveTo>
                <a:lnTo>
                  <a:pt x="5498693" y="0"/>
                </a:lnTo>
                <a:cubicBezTo>
                  <a:pt x="5576315" y="0"/>
                  <a:pt x="5639239" y="62925"/>
                  <a:pt x="5639239" y="140546"/>
                </a:cubicBezTo>
                <a:lnTo>
                  <a:pt x="5639239" y="4365575"/>
                </a:lnTo>
                <a:cubicBezTo>
                  <a:pt x="5639239" y="4443196"/>
                  <a:pt x="5576315" y="4506121"/>
                  <a:pt x="5498693" y="4506121"/>
                </a:cubicBezTo>
                <a:lnTo>
                  <a:pt x="140546" y="4506121"/>
                </a:lnTo>
                <a:cubicBezTo>
                  <a:pt x="62925" y="4506121"/>
                  <a:pt x="0" y="4443196"/>
                  <a:pt x="0" y="4365575"/>
                </a:cubicBezTo>
                <a:lnTo>
                  <a:pt x="0" y="140546"/>
                </a:lnTo>
                <a:cubicBezTo>
                  <a:pt x="0" y="62977"/>
                  <a:pt x="62977" y="0"/>
                  <a:pt x="140546" y="0"/>
                </a:cubicBezTo>
                <a:close/>
              </a:path>
            </a:pathLst>
          </a:custGeom>
          <a:gradFill rotWithShape="1" flip="none">
            <a:gsLst>
              <a:gs pos="0">
                <a:srgbClr val="005F73"/>
              </a:gs>
              <a:gs pos="100000">
                <a:srgbClr val="0A9396"/>
              </a:gs>
            </a:gsLst>
            <a:lin ang="2700000" scaled="1"/>
          </a:gradFill>
          <a:ln/>
          <a:effectLst>
            <a:outerShdw sx="100000" sy="100000" kx="0" ky="0" algn="bl" rotWithShape="0" blurRad="219597" dist="175677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14086" y="1545960"/>
            <a:ext cx="491896" cy="491896"/>
          </a:xfrm>
          <a:custGeom>
            <a:avLst/>
            <a:gdLst/>
            <a:ahLst/>
            <a:cxnLst/>
            <a:rect l="l" t="t" r="r" b="b"/>
            <a:pathLst>
              <a:path w="491896" h="491896">
                <a:moveTo>
                  <a:pt x="105408" y="0"/>
                </a:moveTo>
                <a:lnTo>
                  <a:pt x="386488" y="0"/>
                </a:lnTo>
                <a:cubicBezTo>
                  <a:pt x="444703" y="0"/>
                  <a:pt x="491896" y="47193"/>
                  <a:pt x="491896" y="105408"/>
                </a:cubicBezTo>
                <a:lnTo>
                  <a:pt x="491896" y="386488"/>
                </a:lnTo>
                <a:cubicBezTo>
                  <a:pt x="491896" y="444703"/>
                  <a:pt x="444703" y="491896"/>
                  <a:pt x="386488" y="491896"/>
                </a:cubicBezTo>
                <a:lnTo>
                  <a:pt x="105408" y="491896"/>
                </a:lnTo>
                <a:cubicBezTo>
                  <a:pt x="47193" y="491896"/>
                  <a:pt x="0" y="444703"/>
                  <a:pt x="0" y="386488"/>
                </a:cubicBezTo>
                <a:lnTo>
                  <a:pt x="0" y="105408"/>
                </a:lnTo>
                <a:cubicBezTo>
                  <a:pt x="0" y="47232"/>
                  <a:pt x="47232" y="0"/>
                  <a:pt x="10540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54628" y="1686501"/>
            <a:ext cx="210813" cy="210813"/>
          </a:xfrm>
          <a:custGeom>
            <a:avLst/>
            <a:gdLst/>
            <a:ahLst/>
            <a:cxnLst/>
            <a:rect l="l" t="t" r="r" b="b"/>
            <a:pathLst>
              <a:path w="210813" h="210813">
                <a:moveTo>
                  <a:pt x="105406" y="210813"/>
                </a:moveTo>
                <a:cubicBezTo>
                  <a:pt x="163582" y="210813"/>
                  <a:pt x="210813" y="163582"/>
                  <a:pt x="210813" y="105406"/>
                </a:cubicBezTo>
                <a:cubicBezTo>
                  <a:pt x="210813" y="47231"/>
                  <a:pt x="163582" y="0"/>
                  <a:pt x="105406" y="0"/>
                </a:cubicBezTo>
                <a:cubicBezTo>
                  <a:pt x="47231" y="0"/>
                  <a:pt x="0" y="47231"/>
                  <a:pt x="0" y="105406"/>
                </a:cubicBezTo>
                <a:cubicBezTo>
                  <a:pt x="0" y="163582"/>
                  <a:pt x="47231" y="210813"/>
                  <a:pt x="105406" y="210813"/>
                </a:cubicBezTo>
                <a:close/>
                <a:moveTo>
                  <a:pt x="140157" y="87578"/>
                </a:moveTo>
                <a:lnTo>
                  <a:pt x="107218" y="140281"/>
                </a:lnTo>
                <a:cubicBezTo>
                  <a:pt x="105489" y="143040"/>
                  <a:pt x="102524" y="144769"/>
                  <a:pt x="99271" y="144934"/>
                </a:cubicBezTo>
                <a:cubicBezTo>
                  <a:pt x="96019" y="145098"/>
                  <a:pt x="92889" y="143616"/>
                  <a:pt x="90954" y="140981"/>
                </a:cubicBezTo>
                <a:lnTo>
                  <a:pt x="71190" y="114629"/>
                </a:lnTo>
                <a:cubicBezTo>
                  <a:pt x="67897" y="110265"/>
                  <a:pt x="68802" y="104089"/>
                  <a:pt x="73167" y="100795"/>
                </a:cubicBezTo>
                <a:cubicBezTo>
                  <a:pt x="77531" y="97501"/>
                  <a:pt x="83707" y="98407"/>
                  <a:pt x="87001" y="102771"/>
                </a:cubicBezTo>
                <a:lnTo>
                  <a:pt x="98118" y="117594"/>
                </a:lnTo>
                <a:lnTo>
                  <a:pt x="123400" y="77120"/>
                </a:lnTo>
                <a:cubicBezTo>
                  <a:pt x="126282" y="72508"/>
                  <a:pt x="132376" y="71067"/>
                  <a:pt x="137028" y="73990"/>
                </a:cubicBezTo>
                <a:cubicBezTo>
                  <a:pt x="141681" y="76914"/>
                  <a:pt x="143081" y="82966"/>
                  <a:pt x="140157" y="876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011388" y="1633798"/>
            <a:ext cx="2143262" cy="316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Edu ечими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17599" y="2181911"/>
            <a:ext cx="5215857" cy="1025955"/>
          </a:xfrm>
          <a:custGeom>
            <a:avLst/>
            <a:gdLst/>
            <a:ahLst/>
            <a:cxnLst/>
            <a:rect l="l" t="t" r="r" b="b"/>
            <a:pathLst>
              <a:path w="5215857" h="1025955">
                <a:moveTo>
                  <a:pt x="105407" y="0"/>
                </a:moveTo>
                <a:lnTo>
                  <a:pt x="5110450" y="0"/>
                </a:lnTo>
                <a:cubicBezTo>
                  <a:pt x="5168665" y="0"/>
                  <a:pt x="5215857" y="47192"/>
                  <a:pt x="5215857" y="105407"/>
                </a:cubicBezTo>
                <a:lnTo>
                  <a:pt x="5215857" y="920548"/>
                </a:lnTo>
                <a:cubicBezTo>
                  <a:pt x="5215857" y="978763"/>
                  <a:pt x="5168665" y="1025955"/>
                  <a:pt x="5110450" y="1025955"/>
                </a:cubicBezTo>
                <a:lnTo>
                  <a:pt x="105407" y="1025955"/>
                </a:lnTo>
                <a:cubicBezTo>
                  <a:pt x="47192" y="1025955"/>
                  <a:pt x="0" y="978763"/>
                  <a:pt x="0" y="920548"/>
                </a:cubicBezTo>
                <a:lnTo>
                  <a:pt x="0" y="105407"/>
                </a:lnTo>
                <a:cubicBezTo>
                  <a:pt x="0" y="47231"/>
                  <a:pt x="47231" y="0"/>
                  <a:pt x="1054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1655" y="2325967"/>
            <a:ext cx="351354" cy="351354"/>
          </a:xfrm>
          <a:custGeom>
            <a:avLst/>
            <a:gdLst/>
            <a:ahLst/>
            <a:cxnLst/>
            <a:rect l="l" t="t" r="r" b="b"/>
            <a:pathLst>
              <a:path w="351354" h="351354">
                <a:moveTo>
                  <a:pt x="70271" y="0"/>
                </a:moveTo>
                <a:lnTo>
                  <a:pt x="281084" y="0"/>
                </a:lnTo>
                <a:cubicBezTo>
                  <a:pt x="319893" y="0"/>
                  <a:pt x="351354" y="31461"/>
                  <a:pt x="351354" y="70271"/>
                </a:cubicBezTo>
                <a:lnTo>
                  <a:pt x="351354" y="281084"/>
                </a:lnTo>
                <a:cubicBezTo>
                  <a:pt x="351354" y="319893"/>
                  <a:pt x="319893" y="351354"/>
                  <a:pt x="281084" y="351354"/>
                </a:cubicBezTo>
                <a:lnTo>
                  <a:pt x="70271" y="351354"/>
                </a:lnTo>
                <a:cubicBezTo>
                  <a:pt x="31461" y="351354"/>
                  <a:pt x="0" y="319893"/>
                  <a:pt x="0" y="281084"/>
                </a:cubicBezTo>
                <a:lnTo>
                  <a:pt x="0" y="70271"/>
                </a:lnTo>
                <a:cubicBezTo>
                  <a:pt x="0" y="31461"/>
                  <a:pt x="31461" y="0"/>
                  <a:pt x="70271" y="0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649493" y="2431373"/>
            <a:ext cx="175677" cy="140542"/>
          </a:xfrm>
          <a:custGeom>
            <a:avLst/>
            <a:gdLst/>
            <a:ahLst/>
            <a:cxnLst/>
            <a:rect l="l" t="t" r="r" b="b"/>
            <a:pathLst>
              <a:path w="175677" h="140542">
                <a:moveTo>
                  <a:pt x="96622" y="0"/>
                </a:moveTo>
                <a:cubicBezTo>
                  <a:pt x="96622" y="-4859"/>
                  <a:pt x="92697" y="-8784"/>
                  <a:pt x="87839" y="-8784"/>
                </a:cubicBezTo>
                <a:cubicBezTo>
                  <a:pt x="82980" y="-8784"/>
                  <a:pt x="79055" y="-4859"/>
                  <a:pt x="79055" y="0"/>
                </a:cubicBezTo>
                <a:lnTo>
                  <a:pt x="79055" y="17568"/>
                </a:lnTo>
                <a:lnTo>
                  <a:pt x="52703" y="17568"/>
                </a:lnTo>
                <a:cubicBezTo>
                  <a:pt x="38155" y="17568"/>
                  <a:pt x="26352" y="29371"/>
                  <a:pt x="26352" y="43919"/>
                </a:cubicBezTo>
                <a:lnTo>
                  <a:pt x="26352" y="105406"/>
                </a:lnTo>
                <a:cubicBezTo>
                  <a:pt x="26352" y="119955"/>
                  <a:pt x="38155" y="131758"/>
                  <a:pt x="52703" y="131758"/>
                </a:cubicBezTo>
                <a:lnTo>
                  <a:pt x="122974" y="131758"/>
                </a:lnTo>
                <a:cubicBezTo>
                  <a:pt x="137522" y="131758"/>
                  <a:pt x="149326" y="119955"/>
                  <a:pt x="149326" y="105406"/>
                </a:cubicBezTo>
                <a:lnTo>
                  <a:pt x="149326" y="43919"/>
                </a:lnTo>
                <a:cubicBezTo>
                  <a:pt x="149326" y="29371"/>
                  <a:pt x="137522" y="17568"/>
                  <a:pt x="122974" y="17568"/>
                </a:cubicBezTo>
                <a:lnTo>
                  <a:pt x="96622" y="17568"/>
                </a:lnTo>
                <a:lnTo>
                  <a:pt x="96622" y="0"/>
                </a:lnTo>
                <a:close/>
                <a:moveTo>
                  <a:pt x="43919" y="101014"/>
                </a:moveTo>
                <a:cubicBezTo>
                  <a:pt x="43919" y="97364"/>
                  <a:pt x="46856" y="94427"/>
                  <a:pt x="50507" y="94427"/>
                </a:cubicBezTo>
                <a:lnTo>
                  <a:pt x="59291" y="94427"/>
                </a:lnTo>
                <a:cubicBezTo>
                  <a:pt x="62942" y="94427"/>
                  <a:pt x="65879" y="97364"/>
                  <a:pt x="65879" y="101014"/>
                </a:cubicBezTo>
                <a:cubicBezTo>
                  <a:pt x="65879" y="104665"/>
                  <a:pt x="62942" y="107602"/>
                  <a:pt x="59291" y="107602"/>
                </a:cubicBezTo>
                <a:lnTo>
                  <a:pt x="50507" y="107602"/>
                </a:lnTo>
                <a:cubicBezTo>
                  <a:pt x="46856" y="107602"/>
                  <a:pt x="43919" y="104665"/>
                  <a:pt x="43919" y="101014"/>
                </a:cubicBezTo>
                <a:close/>
                <a:moveTo>
                  <a:pt x="76859" y="101014"/>
                </a:moveTo>
                <a:cubicBezTo>
                  <a:pt x="76859" y="97364"/>
                  <a:pt x="79796" y="94427"/>
                  <a:pt x="83447" y="94427"/>
                </a:cubicBezTo>
                <a:lnTo>
                  <a:pt x="92231" y="94427"/>
                </a:lnTo>
                <a:cubicBezTo>
                  <a:pt x="95881" y="94427"/>
                  <a:pt x="98818" y="97364"/>
                  <a:pt x="98818" y="101014"/>
                </a:cubicBezTo>
                <a:cubicBezTo>
                  <a:pt x="98818" y="104665"/>
                  <a:pt x="95881" y="107602"/>
                  <a:pt x="92231" y="107602"/>
                </a:cubicBezTo>
                <a:lnTo>
                  <a:pt x="83447" y="107602"/>
                </a:lnTo>
                <a:cubicBezTo>
                  <a:pt x="79796" y="107602"/>
                  <a:pt x="76859" y="104665"/>
                  <a:pt x="76859" y="101014"/>
                </a:cubicBezTo>
                <a:close/>
                <a:moveTo>
                  <a:pt x="109798" y="101014"/>
                </a:moveTo>
                <a:cubicBezTo>
                  <a:pt x="109798" y="97364"/>
                  <a:pt x="112735" y="94427"/>
                  <a:pt x="116386" y="94427"/>
                </a:cubicBezTo>
                <a:lnTo>
                  <a:pt x="125170" y="94427"/>
                </a:lnTo>
                <a:cubicBezTo>
                  <a:pt x="128821" y="94427"/>
                  <a:pt x="131758" y="97364"/>
                  <a:pt x="131758" y="101014"/>
                </a:cubicBezTo>
                <a:cubicBezTo>
                  <a:pt x="131758" y="104665"/>
                  <a:pt x="128821" y="107602"/>
                  <a:pt x="125170" y="107602"/>
                </a:cubicBezTo>
                <a:lnTo>
                  <a:pt x="116386" y="107602"/>
                </a:lnTo>
                <a:cubicBezTo>
                  <a:pt x="112735" y="107602"/>
                  <a:pt x="109798" y="104665"/>
                  <a:pt x="109798" y="101014"/>
                </a:cubicBezTo>
                <a:close/>
                <a:moveTo>
                  <a:pt x="61487" y="48311"/>
                </a:moveTo>
                <a:cubicBezTo>
                  <a:pt x="68759" y="48311"/>
                  <a:pt x="74663" y="54215"/>
                  <a:pt x="74663" y="61487"/>
                </a:cubicBezTo>
                <a:cubicBezTo>
                  <a:pt x="74663" y="68759"/>
                  <a:pt x="68759" y="74663"/>
                  <a:pt x="61487" y="74663"/>
                </a:cubicBezTo>
                <a:cubicBezTo>
                  <a:pt x="54215" y="74663"/>
                  <a:pt x="48311" y="68759"/>
                  <a:pt x="48311" y="61487"/>
                </a:cubicBezTo>
                <a:cubicBezTo>
                  <a:pt x="48311" y="54215"/>
                  <a:pt x="54215" y="48311"/>
                  <a:pt x="61487" y="48311"/>
                </a:cubicBezTo>
                <a:close/>
                <a:moveTo>
                  <a:pt x="101014" y="61487"/>
                </a:moveTo>
                <a:cubicBezTo>
                  <a:pt x="101014" y="54215"/>
                  <a:pt x="106918" y="48311"/>
                  <a:pt x="114190" y="48311"/>
                </a:cubicBezTo>
                <a:cubicBezTo>
                  <a:pt x="121462" y="48311"/>
                  <a:pt x="127366" y="54215"/>
                  <a:pt x="127366" y="61487"/>
                </a:cubicBezTo>
                <a:cubicBezTo>
                  <a:pt x="127366" y="68759"/>
                  <a:pt x="121462" y="74663"/>
                  <a:pt x="114190" y="74663"/>
                </a:cubicBezTo>
                <a:cubicBezTo>
                  <a:pt x="106918" y="74663"/>
                  <a:pt x="101014" y="68759"/>
                  <a:pt x="101014" y="61487"/>
                </a:cubicBezTo>
                <a:close/>
                <a:moveTo>
                  <a:pt x="17568" y="61487"/>
                </a:moveTo>
                <a:cubicBezTo>
                  <a:pt x="17568" y="56628"/>
                  <a:pt x="13642" y="52703"/>
                  <a:pt x="8784" y="52703"/>
                </a:cubicBezTo>
                <a:cubicBezTo>
                  <a:pt x="3925" y="52703"/>
                  <a:pt x="0" y="56628"/>
                  <a:pt x="0" y="61487"/>
                </a:cubicBezTo>
                <a:lnTo>
                  <a:pt x="0" y="87839"/>
                </a:lnTo>
                <a:cubicBezTo>
                  <a:pt x="0" y="92697"/>
                  <a:pt x="3925" y="96622"/>
                  <a:pt x="8784" y="96622"/>
                </a:cubicBezTo>
                <a:cubicBezTo>
                  <a:pt x="13642" y="96622"/>
                  <a:pt x="17568" y="92697"/>
                  <a:pt x="17568" y="87839"/>
                </a:cubicBezTo>
                <a:lnTo>
                  <a:pt x="17568" y="61487"/>
                </a:lnTo>
                <a:close/>
                <a:moveTo>
                  <a:pt x="166893" y="52703"/>
                </a:moveTo>
                <a:cubicBezTo>
                  <a:pt x="162035" y="52703"/>
                  <a:pt x="158110" y="56628"/>
                  <a:pt x="158110" y="61487"/>
                </a:cubicBezTo>
                <a:lnTo>
                  <a:pt x="158110" y="87839"/>
                </a:lnTo>
                <a:cubicBezTo>
                  <a:pt x="158110" y="92697"/>
                  <a:pt x="162035" y="96622"/>
                  <a:pt x="166893" y="96622"/>
                </a:cubicBezTo>
                <a:cubicBezTo>
                  <a:pt x="171752" y="96622"/>
                  <a:pt x="175677" y="92697"/>
                  <a:pt x="175677" y="87839"/>
                </a:cubicBezTo>
                <a:lnTo>
                  <a:pt x="175677" y="61487"/>
                </a:lnTo>
                <a:cubicBezTo>
                  <a:pt x="175677" y="56628"/>
                  <a:pt x="171752" y="52703"/>
                  <a:pt x="166893" y="527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018415" y="2325967"/>
            <a:ext cx="4550040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даража мослашади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18415" y="2607051"/>
            <a:ext cx="4541256" cy="456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Топшириқларнинг </a:t>
            </a:r>
            <a:pPr>
              <a:lnSpc>
                <a:spcPct val="140000"/>
              </a:lnSpc>
            </a:pPr>
            <a:r>
              <a:rPr lang="en-US" sz="1107" b="1" dirty="0">
                <a:solidFill>
                  <a:srgbClr val="F8F9FA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мурожаатлиги ҳар бир ўқувчига алоҳида </a:t>
            </a:r>
            <a:pPr>
              <a:lnSpc>
                <a:spcPct val="140000"/>
              </a:lnSpc>
            </a:pPr>
            <a:r>
              <a:rPr lang="en-US" sz="1107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мослаштирилади.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17599" y="3390570"/>
            <a:ext cx="5215857" cy="1025955"/>
          </a:xfrm>
          <a:custGeom>
            <a:avLst/>
            <a:gdLst/>
            <a:ahLst/>
            <a:cxnLst/>
            <a:rect l="l" t="t" r="r" b="b"/>
            <a:pathLst>
              <a:path w="5215857" h="1025955">
                <a:moveTo>
                  <a:pt x="105407" y="0"/>
                </a:moveTo>
                <a:lnTo>
                  <a:pt x="5110450" y="0"/>
                </a:lnTo>
                <a:cubicBezTo>
                  <a:pt x="5168665" y="0"/>
                  <a:pt x="5215857" y="47192"/>
                  <a:pt x="5215857" y="105407"/>
                </a:cubicBezTo>
                <a:lnTo>
                  <a:pt x="5215857" y="920548"/>
                </a:lnTo>
                <a:cubicBezTo>
                  <a:pt x="5215857" y="978763"/>
                  <a:pt x="5168665" y="1025955"/>
                  <a:pt x="5110450" y="1025955"/>
                </a:cubicBezTo>
                <a:lnTo>
                  <a:pt x="105407" y="1025955"/>
                </a:lnTo>
                <a:cubicBezTo>
                  <a:pt x="47192" y="1025955"/>
                  <a:pt x="0" y="978763"/>
                  <a:pt x="0" y="920548"/>
                </a:cubicBezTo>
                <a:lnTo>
                  <a:pt x="0" y="105407"/>
                </a:lnTo>
                <a:cubicBezTo>
                  <a:pt x="0" y="47231"/>
                  <a:pt x="47231" y="0"/>
                  <a:pt x="1054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61655" y="3534626"/>
            <a:ext cx="351354" cy="351354"/>
          </a:xfrm>
          <a:custGeom>
            <a:avLst/>
            <a:gdLst/>
            <a:ahLst/>
            <a:cxnLst/>
            <a:rect l="l" t="t" r="r" b="b"/>
            <a:pathLst>
              <a:path w="351354" h="351354">
                <a:moveTo>
                  <a:pt x="70271" y="0"/>
                </a:moveTo>
                <a:lnTo>
                  <a:pt x="281084" y="0"/>
                </a:lnTo>
                <a:cubicBezTo>
                  <a:pt x="319893" y="0"/>
                  <a:pt x="351354" y="31461"/>
                  <a:pt x="351354" y="70271"/>
                </a:cubicBezTo>
                <a:lnTo>
                  <a:pt x="351354" y="281084"/>
                </a:lnTo>
                <a:cubicBezTo>
                  <a:pt x="351354" y="319893"/>
                  <a:pt x="319893" y="351354"/>
                  <a:pt x="281084" y="351354"/>
                </a:cubicBezTo>
                <a:lnTo>
                  <a:pt x="70271" y="351354"/>
                </a:lnTo>
                <a:cubicBezTo>
                  <a:pt x="31461" y="351354"/>
                  <a:pt x="0" y="319893"/>
                  <a:pt x="0" y="281084"/>
                </a:cubicBezTo>
                <a:lnTo>
                  <a:pt x="0" y="70271"/>
                </a:lnTo>
                <a:cubicBezTo>
                  <a:pt x="0" y="31461"/>
                  <a:pt x="31461" y="0"/>
                  <a:pt x="70271" y="0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845" y="3640032"/>
            <a:ext cx="122974" cy="140542"/>
          </a:xfrm>
          <a:custGeom>
            <a:avLst/>
            <a:gdLst/>
            <a:ahLst/>
            <a:cxnLst/>
            <a:rect l="l" t="t" r="r" b="b"/>
            <a:pathLst>
              <a:path w="122974" h="140542">
                <a:moveTo>
                  <a:pt x="92999" y="-2718"/>
                </a:moveTo>
                <a:cubicBezTo>
                  <a:pt x="96266" y="-357"/>
                  <a:pt x="97473" y="3925"/>
                  <a:pt x="95991" y="7658"/>
                </a:cubicBezTo>
                <a:lnTo>
                  <a:pt x="74471" y="61487"/>
                </a:lnTo>
                <a:lnTo>
                  <a:pt x="114190" y="61487"/>
                </a:lnTo>
                <a:cubicBezTo>
                  <a:pt x="117896" y="61487"/>
                  <a:pt x="121190" y="63793"/>
                  <a:pt x="122453" y="67279"/>
                </a:cubicBezTo>
                <a:cubicBezTo>
                  <a:pt x="123715" y="70765"/>
                  <a:pt x="122645" y="74663"/>
                  <a:pt x="119817" y="77023"/>
                </a:cubicBezTo>
                <a:lnTo>
                  <a:pt x="40763" y="142902"/>
                </a:lnTo>
                <a:cubicBezTo>
                  <a:pt x="37661" y="145483"/>
                  <a:pt x="33241" y="145620"/>
                  <a:pt x="29975" y="143259"/>
                </a:cubicBezTo>
                <a:cubicBezTo>
                  <a:pt x="26708" y="140899"/>
                  <a:pt x="25501" y="136616"/>
                  <a:pt x="26983" y="132883"/>
                </a:cubicBezTo>
                <a:lnTo>
                  <a:pt x="48503" y="79055"/>
                </a:lnTo>
                <a:lnTo>
                  <a:pt x="8784" y="79055"/>
                </a:lnTo>
                <a:cubicBezTo>
                  <a:pt x="5078" y="79055"/>
                  <a:pt x="1784" y="76749"/>
                  <a:pt x="522" y="73263"/>
                </a:cubicBezTo>
                <a:cubicBezTo>
                  <a:pt x="-741" y="69777"/>
                  <a:pt x="329" y="65879"/>
                  <a:pt x="3157" y="63518"/>
                </a:cubicBezTo>
                <a:lnTo>
                  <a:pt x="82211" y="-2361"/>
                </a:lnTo>
                <a:cubicBezTo>
                  <a:pt x="85313" y="-4941"/>
                  <a:pt x="89733" y="-5078"/>
                  <a:pt x="92999" y="-271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7018415" y="3534626"/>
            <a:ext cx="4550040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Тез хатолар тahlili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18415" y="3815710"/>
            <a:ext cx="4541256" cy="456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Тестдан </a:t>
            </a:r>
            <a:pPr>
              <a:lnSpc>
                <a:spcPct val="140000"/>
              </a:lnSpc>
            </a:pPr>
            <a:r>
              <a:rPr lang="en-US" sz="1107" b="1" dirty="0">
                <a:solidFill>
                  <a:srgbClr val="F8F9FA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дарҳол кўринади </a:t>
            </a:r>
            <a:pPr>
              <a:lnSpc>
                <a:spcPct val="140000"/>
              </a:lnSpc>
            </a:pPr>
            <a:r>
              <a:rPr lang="en-US" sz="1107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қаерда кучсиз жойлар ва нима ўрганиш керак.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17599" y="4599230"/>
            <a:ext cx="5215857" cy="1025955"/>
          </a:xfrm>
          <a:custGeom>
            <a:avLst/>
            <a:gdLst/>
            <a:ahLst/>
            <a:cxnLst/>
            <a:rect l="l" t="t" r="r" b="b"/>
            <a:pathLst>
              <a:path w="5215857" h="1025955">
                <a:moveTo>
                  <a:pt x="105407" y="0"/>
                </a:moveTo>
                <a:lnTo>
                  <a:pt x="5110450" y="0"/>
                </a:lnTo>
                <a:cubicBezTo>
                  <a:pt x="5168665" y="0"/>
                  <a:pt x="5215857" y="47192"/>
                  <a:pt x="5215857" y="105407"/>
                </a:cubicBezTo>
                <a:lnTo>
                  <a:pt x="5215857" y="920548"/>
                </a:lnTo>
                <a:cubicBezTo>
                  <a:pt x="5215857" y="978763"/>
                  <a:pt x="5168665" y="1025955"/>
                  <a:pt x="5110450" y="1025955"/>
                </a:cubicBezTo>
                <a:lnTo>
                  <a:pt x="105407" y="1025955"/>
                </a:lnTo>
                <a:cubicBezTo>
                  <a:pt x="47192" y="1025955"/>
                  <a:pt x="0" y="978763"/>
                  <a:pt x="0" y="920548"/>
                </a:cubicBezTo>
                <a:lnTo>
                  <a:pt x="0" y="105407"/>
                </a:lnTo>
                <a:cubicBezTo>
                  <a:pt x="0" y="47231"/>
                  <a:pt x="47231" y="0"/>
                  <a:pt x="1054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61655" y="4743285"/>
            <a:ext cx="351354" cy="351354"/>
          </a:xfrm>
          <a:custGeom>
            <a:avLst/>
            <a:gdLst/>
            <a:ahLst/>
            <a:cxnLst/>
            <a:rect l="l" t="t" r="r" b="b"/>
            <a:pathLst>
              <a:path w="351354" h="351354">
                <a:moveTo>
                  <a:pt x="70271" y="0"/>
                </a:moveTo>
                <a:lnTo>
                  <a:pt x="281084" y="0"/>
                </a:lnTo>
                <a:cubicBezTo>
                  <a:pt x="319893" y="0"/>
                  <a:pt x="351354" y="31461"/>
                  <a:pt x="351354" y="70271"/>
                </a:cubicBezTo>
                <a:lnTo>
                  <a:pt x="351354" y="281084"/>
                </a:lnTo>
                <a:cubicBezTo>
                  <a:pt x="351354" y="319893"/>
                  <a:pt x="319893" y="351354"/>
                  <a:pt x="281084" y="351354"/>
                </a:cubicBezTo>
                <a:lnTo>
                  <a:pt x="70271" y="351354"/>
                </a:lnTo>
                <a:cubicBezTo>
                  <a:pt x="31461" y="351354"/>
                  <a:pt x="0" y="319893"/>
                  <a:pt x="0" y="281084"/>
                </a:cubicBezTo>
                <a:lnTo>
                  <a:pt x="0" y="70271"/>
                </a:lnTo>
                <a:cubicBezTo>
                  <a:pt x="0" y="31461"/>
                  <a:pt x="31461" y="0"/>
                  <a:pt x="70271" y="0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40" name="Shape 38"/>
          <p:cNvSpPr/>
          <p:nvPr/>
        </p:nvSpPr>
        <p:spPr>
          <a:xfrm>
            <a:off x="6667061" y="4848692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140542" y="26352"/>
                </a:moveTo>
                <a:cubicBezTo>
                  <a:pt x="140542" y="40131"/>
                  <a:pt x="124319" y="60691"/>
                  <a:pt x="117319" y="68898"/>
                </a:cubicBezTo>
                <a:cubicBezTo>
                  <a:pt x="116276" y="70106"/>
                  <a:pt x="114739" y="70573"/>
                  <a:pt x="113339" y="70271"/>
                </a:cubicBezTo>
                <a:lnTo>
                  <a:pt x="87839" y="70271"/>
                </a:lnTo>
                <a:cubicBezTo>
                  <a:pt x="82980" y="70271"/>
                  <a:pt x="79055" y="74196"/>
                  <a:pt x="79055" y="79055"/>
                </a:cubicBezTo>
                <a:cubicBezTo>
                  <a:pt x="79055" y="83913"/>
                  <a:pt x="82980" y="87839"/>
                  <a:pt x="87839" y="87839"/>
                </a:cubicBezTo>
                <a:lnTo>
                  <a:pt x="114190" y="87839"/>
                </a:lnTo>
                <a:cubicBezTo>
                  <a:pt x="128738" y="87839"/>
                  <a:pt x="140542" y="99642"/>
                  <a:pt x="140542" y="114190"/>
                </a:cubicBezTo>
                <a:cubicBezTo>
                  <a:pt x="140542" y="128738"/>
                  <a:pt x="128738" y="140542"/>
                  <a:pt x="114190" y="140542"/>
                </a:cubicBezTo>
                <a:lnTo>
                  <a:pt x="38320" y="140542"/>
                </a:lnTo>
                <a:cubicBezTo>
                  <a:pt x="40708" y="137824"/>
                  <a:pt x="43617" y="134338"/>
                  <a:pt x="46554" y="130440"/>
                </a:cubicBezTo>
                <a:cubicBezTo>
                  <a:pt x="48284" y="128135"/>
                  <a:pt x="50068" y="125609"/>
                  <a:pt x="51770" y="122974"/>
                </a:cubicBezTo>
                <a:lnTo>
                  <a:pt x="114190" y="122974"/>
                </a:lnTo>
                <a:cubicBezTo>
                  <a:pt x="119049" y="122974"/>
                  <a:pt x="122974" y="119049"/>
                  <a:pt x="122974" y="114190"/>
                </a:cubicBezTo>
                <a:cubicBezTo>
                  <a:pt x="122974" y="109332"/>
                  <a:pt x="119049" y="105406"/>
                  <a:pt x="114190" y="105406"/>
                </a:cubicBezTo>
                <a:lnTo>
                  <a:pt x="87839" y="105406"/>
                </a:lnTo>
                <a:cubicBezTo>
                  <a:pt x="73290" y="105406"/>
                  <a:pt x="61487" y="93603"/>
                  <a:pt x="61487" y="79055"/>
                </a:cubicBezTo>
                <a:cubicBezTo>
                  <a:pt x="61487" y="64506"/>
                  <a:pt x="73290" y="52703"/>
                  <a:pt x="87839" y="52703"/>
                </a:cubicBezTo>
                <a:lnTo>
                  <a:pt x="98764" y="52703"/>
                </a:lnTo>
                <a:cubicBezTo>
                  <a:pt x="92999" y="44057"/>
                  <a:pt x="87839" y="34120"/>
                  <a:pt x="87839" y="26352"/>
                </a:cubicBezTo>
                <a:cubicBezTo>
                  <a:pt x="87839" y="11803"/>
                  <a:pt x="99642" y="0"/>
                  <a:pt x="114190" y="0"/>
                </a:cubicBezTo>
                <a:cubicBezTo>
                  <a:pt x="128738" y="0"/>
                  <a:pt x="140542" y="11803"/>
                  <a:pt x="140542" y="26352"/>
                </a:cubicBezTo>
                <a:close/>
                <a:moveTo>
                  <a:pt x="32143" y="134256"/>
                </a:moveTo>
                <a:cubicBezTo>
                  <a:pt x="31100" y="135436"/>
                  <a:pt x="30167" y="136479"/>
                  <a:pt x="29371" y="137358"/>
                </a:cubicBezTo>
                <a:lnTo>
                  <a:pt x="28877" y="137907"/>
                </a:lnTo>
                <a:lnTo>
                  <a:pt x="28822" y="137852"/>
                </a:lnTo>
                <a:cubicBezTo>
                  <a:pt x="27175" y="139114"/>
                  <a:pt x="24814" y="138950"/>
                  <a:pt x="23332" y="137358"/>
                </a:cubicBezTo>
                <a:cubicBezTo>
                  <a:pt x="16415" y="129836"/>
                  <a:pt x="0" y="110485"/>
                  <a:pt x="0" y="96622"/>
                </a:cubicBezTo>
                <a:cubicBezTo>
                  <a:pt x="0" y="82074"/>
                  <a:pt x="11803" y="70271"/>
                  <a:pt x="26352" y="70271"/>
                </a:cubicBezTo>
                <a:cubicBezTo>
                  <a:pt x="40900" y="70271"/>
                  <a:pt x="52703" y="82074"/>
                  <a:pt x="52703" y="96622"/>
                </a:cubicBezTo>
                <a:cubicBezTo>
                  <a:pt x="52703" y="104857"/>
                  <a:pt x="46911" y="115014"/>
                  <a:pt x="40763" y="123496"/>
                </a:cubicBezTo>
                <a:cubicBezTo>
                  <a:pt x="37826" y="127531"/>
                  <a:pt x="34806" y="131181"/>
                  <a:pt x="32308" y="134064"/>
                </a:cubicBezTo>
                <a:lnTo>
                  <a:pt x="32143" y="134256"/>
                </a:lnTo>
                <a:close/>
                <a:moveTo>
                  <a:pt x="35135" y="96622"/>
                </a:moveTo>
                <a:cubicBezTo>
                  <a:pt x="35135" y="91775"/>
                  <a:pt x="31200" y="87839"/>
                  <a:pt x="26352" y="87839"/>
                </a:cubicBezTo>
                <a:cubicBezTo>
                  <a:pt x="21504" y="87839"/>
                  <a:pt x="17568" y="91775"/>
                  <a:pt x="17568" y="96622"/>
                </a:cubicBezTo>
                <a:cubicBezTo>
                  <a:pt x="17568" y="101470"/>
                  <a:pt x="21504" y="105406"/>
                  <a:pt x="26352" y="105406"/>
                </a:cubicBezTo>
                <a:cubicBezTo>
                  <a:pt x="31200" y="105406"/>
                  <a:pt x="35135" y="101470"/>
                  <a:pt x="35135" y="96622"/>
                </a:cubicBezTo>
                <a:close/>
                <a:moveTo>
                  <a:pt x="114190" y="35135"/>
                </a:moveTo>
                <a:cubicBezTo>
                  <a:pt x="119038" y="35135"/>
                  <a:pt x="122974" y="31200"/>
                  <a:pt x="122974" y="26352"/>
                </a:cubicBezTo>
                <a:cubicBezTo>
                  <a:pt x="122974" y="21504"/>
                  <a:pt x="119038" y="17568"/>
                  <a:pt x="114190" y="17568"/>
                </a:cubicBezTo>
                <a:cubicBezTo>
                  <a:pt x="109342" y="17568"/>
                  <a:pt x="105406" y="21504"/>
                  <a:pt x="105406" y="26352"/>
                </a:cubicBezTo>
                <a:cubicBezTo>
                  <a:pt x="105406" y="31200"/>
                  <a:pt x="109342" y="35135"/>
                  <a:pt x="114190" y="3513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7018415" y="4743285"/>
            <a:ext cx="4550040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Шахсий тавсиялар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18415" y="5024369"/>
            <a:ext cx="4541256" cy="456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</a:t>
            </a:r>
            <a:pPr>
              <a:lnSpc>
                <a:spcPct val="140000"/>
              </a:lnSpc>
            </a:pPr>
            <a:r>
              <a:rPr lang="en-US" sz="1107" b="1" dirty="0">
                <a:solidFill>
                  <a:srgbClr val="F8F9FA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имтиҳонларга тайёргарлик учун индивидуал режалар </a:t>
            </a:r>
            <a:pPr>
              <a:lnSpc>
                <a:spcPct val="140000"/>
              </a:lnSpc>
            </a:pPr>
            <a:r>
              <a:rPr lang="en-US" sz="1107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қуради.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20841" y="5980053"/>
            <a:ext cx="5621671" cy="527032"/>
          </a:xfrm>
          <a:custGeom>
            <a:avLst/>
            <a:gdLst/>
            <a:ahLst/>
            <a:cxnLst/>
            <a:rect l="l" t="t" r="r" b="b"/>
            <a:pathLst>
              <a:path w="5621671" h="527032">
                <a:moveTo>
                  <a:pt x="35135" y="0"/>
                </a:moveTo>
                <a:lnTo>
                  <a:pt x="5516265" y="0"/>
                </a:lnTo>
                <a:cubicBezTo>
                  <a:pt x="5574479" y="0"/>
                  <a:pt x="5621671" y="47192"/>
                  <a:pt x="5621671" y="105406"/>
                </a:cubicBezTo>
                <a:lnTo>
                  <a:pt x="5621671" y="421625"/>
                </a:lnTo>
                <a:cubicBezTo>
                  <a:pt x="5621671" y="479840"/>
                  <a:pt x="5574479" y="527032"/>
                  <a:pt x="5516265" y="527032"/>
                </a:cubicBezTo>
                <a:lnTo>
                  <a:pt x="35135" y="527032"/>
                </a:lnTo>
                <a:cubicBezTo>
                  <a:pt x="15731" y="527032"/>
                  <a:pt x="0" y="511301"/>
                  <a:pt x="0" y="491896"/>
                </a:cubicBezTo>
                <a:lnTo>
                  <a:pt x="0" y="35135"/>
                </a:lnTo>
                <a:cubicBezTo>
                  <a:pt x="0" y="15744"/>
                  <a:pt x="15744" y="0"/>
                  <a:pt x="35135" y="0"/>
                </a:cubicBezTo>
                <a:close/>
              </a:path>
            </a:pathLst>
          </a:custGeom>
          <a:solidFill>
            <a:srgbClr val="EE9B00">
              <a:alpha val="1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20841" y="5980053"/>
            <a:ext cx="35135" cy="527032"/>
          </a:xfrm>
          <a:custGeom>
            <a:avLst/>
            <a:gdLst/>
            <a:ahLst/>
            <a:cxnLst/>
            <a:rect l="l" t="t" r="r" b="b"/>
            <a:pathLst>
              <a:path w="35135" h="527032">
                <a:moveTo>
                  <a:pt x="35135" y="0"/>
                </a:moveTo>
                <a:lnTo>
                  <a:pt x="35135" y="0"/>
                </a:lnTo>
                <a:lnTo>
                  <a:pt x="35135" y="527032"/>
                </a:lnTo>
                <a:lnTo>
                  <a:pt x="35135" y="527032"/>
                </a:lnTo>
                <a:cubicBezTo>
                  <a:pt x="15731" y="527032"/>
                  <a:pt x="0" y="511301"/>
                  <a:pt x="0" y="491896"/>
                </a:cubicBezTo>
                <a:lnTo>
                  <a:pt x="0" y="35135"/>
                </a:lnTo>
                <a:cubicBezTo>
                  <a:pt x="0" y="15744"/>
                  <a:pt x="15744" y="0"/>
                  <a:pt x="35135" y="0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45" name="Shape 43"/>
          <p:cNvSpPr/>
          <p:nvPr/>
        </p:nvSpPr>
        <p:spPr>
          <a:xfrm>
            <a:off x="6400910" y="6164515"/>
            <a:ext cx="158110" cy="158110"/>
          </a:xfrm>
          <a:custGeom>
            <a:avLst/>
            <a:gdLst/>
            <a:ahLst/>
            <a:cxnLst/>
            <a:rect l="l" t="t" r="r" b="b"/>
            <a:pathLst>
              <a:path w="158110" h="158110">
                <a:moveTo>
                  <a:pt x="138346" y="79055"/>
                </a:moveTo>
                <a:cubicBezTo>
                  <a:pt x="138346" y="46331"/>
                  <a:pt x="111778" y="19764"/>
                  <a:pt x="79055" y="19764"/>
                </a:cubicBezTo>
                <a:cubicBezTo>
                  <a:pt x="46331" y="19764"/>
                  <a:pt x="19764" y="46331"/>
                  <a:pt x="19764" y="79055"/>
                </a:cubicBezTo>
                <a:cubicBezTo>
                  <a:pt x="19764" y="111778"/>
                  <a:pt x="46331" y="138346"/>
                  <a:pt x="79055" y="138346"/>
                </a:cubicBezTo>
                <a:cubicBezTo>
                  <a:pt x="111778" y="138346"/>
                  <a:pt x="138346" y="111778"/>
                  <a:pt x="138346" y="79055"/>
                </a:cubicBezTo>
                <a:close/>
                <a:moveTo>
                  <a:pt x="0" y="79055"/>
                </a:moveTo>
                <a:cubicBezTo>
                  <a:pt x="0" y="35423"/>
                  <a:pt x="35423" y="0"/>
                  <a:pt x="79055" y="0"/>
                </a:cubicBezTo>
                <a:cubicBezTo>
                  <a:pt x="122686" y="0"/>
                  <a:pt x="158110" y="35423"/>
                  <a:pt x="158110" y="79055"/>
                </a:cubicBezTo>
                <a:cubicBezTo>
                  <a:pt x="158110" y="122686"/>
                  <a:pt x="122686" y="158110"/>
                  <a:pt x="79055" y="158110"/>
                </a:cubicBezTo>
                <a:cubicBezTo>
                  <a:pt x="35423" y="158110"/>
                  <a:pt x="0" y="122686"/>
                  <a:pt x="0" y="79055"/>
                </a:cubicBezTo>
                <a:close/>
                <a:moveTo>
                  <a:pt x="79055" y="103759"/>
                </a:moveTo>
                <a:cubicBezTo>
                  <a:pt x="92690" y="103759"/>
                  <a:pt x="103759" y="92690"/>
                  <a:pt x="103759" y="79055"/>
                </a:cubicBezTo>
                <a:cubicBezTo>
                  <a:pt x="103759" y="65420"/>
                  <a:pt x="92690" y="54350"/>
                  <a:pt x="79055" y="54350"/>
                </a:cubicBezTo>
                <a:cubicBezTo>
                  <a:pt x="65420" y="54350"/>
                  <a:pt x="54350" y="65420"/>
                  <a:pt x="54350" y="79055"/>
                </a:cubicBezTo>
                <a:cubicBezTo>
                  <a:pt x="54350" y="92690"/>
                  <a:pt x="65420" y="103759"/>
                  <a:pt x="79055" y="103759"/>
                </a:cubicBezTo>
                <a:close/>
                <a:moveTo>
                  <a:pt x="79055" y="34586"/>
                </a:moveTo>
                <a:cubicBezTo>
                  <a:pt x="103597" y="34586"/>
                  <a:pt x="123523" y="54512"/>
                  <a:pt x="123523" y="79055"/>
                </a:cubicBezTo>
                <a:cubicBezTo>
                  <a:pt x="123523" y="103597"/>
                  <a:pt x="103597" y="123523"/>
                  <a:pt x="79055" y="123523"/>
                </a:cubicBezTo>
                <a:cubicBezTo>
                  <a:pt x="54512" y="123523"/>
                  <a:pt x="34586" y="103597"/>
                  <a:pt x="34586" y="79055"/>
                </a:cubicBezTo>
                <a:cubicBezTo>
                  <a:pt x="34586" y="54512"/>
                  <a:pt x="54512" y="34586"/>
                  <a:pt x="79055" y="34586"/>
                </a:cubicBezTo>
                <a:close/>
                <a:moveTo>
                  <a:pt x="69173" y="79055"/>
                </a:moveTo>
                <a:cubicBezTo>
                  <a:pt x="69173" y="73601"/>
                  <a:pt x="73601" y="69173"/>
                  <a:pt x="79055" y="69173"/>
                </a:cubicBezTo>
                <a:cubicBezTo>
                  <a:pt x="84509" y="69173"/>
                  <a:pt x="88937" y="73601"/>
                  <a:pt x="88937" y="79055"/>
                </a:cubicBezTo>
                <a:cubicBezTo>
                  <a:pt x="88937" y="84509"/>
                  <a:pt x="84509" y="88937"/>
                  <a:pt x="79055" y="88937"/>
                </a:cubicBezTo>
                <a:cubicBezTo>
                  <a:pt x="73601" y="88937"/>
                  <a:pt x="69173" y="84509"/>
                  <a:pt x="69173" y="79055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46" name="Text 44"/>
          <p:cNvSpPr/>
          <p:nvPr/>
        </p:nvSpPr>
        <p:spPr>
          <a:xfrm>
            <a:off x="6580979" y="6120595"/>
            <a:ext cx="5200046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Фокус натижага, контентга эмас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398" y="472417"/>
            <a:ext cx="466966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spc="100" kern="0" dirty="0">
                <a:solidFill>
                  <a:srgbClr val="0A93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MONETIZATSIYA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3398" y="690456"/>
            <a:ext cx="8041428" cy="43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34" b="1" dirty="0">
                <a:solidFill>
                  <a:srgbClr val="005F7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Монетизация модели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83947" y="363398"/>
            <a:ext cx="1480846" cy="872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867" b="1" dirty="0">
                <a:solidFill>
                  <a:srgbClr val="005F73">
                    <a:alpha val="1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3398" y="1326402"/>
            <a:ext cx="3724829" cy="1871499"/>
          </a:xfrm>
          <a:custGeom>
            <a:avLst/>
            <a:gdLst/>
            <a:ahLst/>
            <a:cxnLst/>
            <a:rect l="l" t="t" r="r" b="b"/>
            <a:pathLst>
              <a:path w="3724829" h="1871499">
                <a:moveTo>
                  <a:pt x="36340" y="0"/>
                </a:moveTo>
                <a:lnTo>
                  <a:pt x="3688489" y="0"/>
                </a:lnTo>
                <a:cubicBezTo>
                  <a:pt x="3708559" y="0"/>
                  <a:pt x="3724829" y="16270"/>
                  <a:pt x="3724829" y="36340"/>
                </a:cubicBezTo>
                <a:lnTo>
                  <a:pt x="3724829" y="1726140"/>
                </a:lnTo>
                <a:cubicBezTo>
                  <a:pt x="3724829" y="1806366"/>
                  <a:pt x="3659695" y="1871499"/>
                  <a:pt x="3579469" y="1871499"/>
                </a:cubicBezTo>
                <a:lnTo>
                  <a:pt x="145359" y="1871499"/>
                </a:lnTo>
                <a:cubicBezTo>
                  <a:pt x="65080" y="1871499"/>
                  <a:pt x="0" y="1806420"/>
                  <a:pt x="0" y="1726140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6274" dist="90849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3398" y="1326402"/>
            <a:ext cx="3724829" cy="36340"/>
          </a:xfrm>
          <a:custGeom>
            <a:avLst/>
            <a:gdLst/>
            <a:ahLst/>
            <a:cxnLst/>
            <a:rect l="l" t="t" r="r" b="b"/>
            <a:pathLst>
              <a:path w="3724829" h="36340">
                <a:moveTo>
                  <a:pt x="36340" y="0"/>
                </a:moveTo>
                <a:lnTo>
                  <a:pt x="3688489" y="0"/>
                </a:lnTo>
                <a:cubicBezTo>
                  <a:pt x="3708559" y="0"/>
                  <a:pt x="3724829" y="16270"/>
                  <a:pt x="3724829" y="36340"/>
                </a:cubicBezTo>
                <a:lnTo>
                  <a:pt x="3724829" y="36340"/>
                </a:lnTo>
                <a:lnTo>
                  <a:pt x="0" y="36340"/>
                </a:ln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212529">
              <a:alpha val="3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8757" y="1489931"/>
            <a:ext cx="3524960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8757" y="1853329"/>
            <a:ext cx="3597639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20,000 </a:t>
            </a:r>
            <a:pPr>
              <a:lnSpc>
                <a:spcPct val="90000"/>
              </a:lnSpc>
            </a:pPr>
            <a:r>
              <a:rPr lang="en-US" sz="1288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сум/ой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6012" y="2362086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123442" y="19902"/>
                </a:moveTo>
                <a:cubicBezTo>
                  <a:pt x="127502" y="22854"/>
                  <a:pt x="128410" y="28532"/>
                  <a:pt x="125457" y="32592"/>
                </a:cubicBezTo>
                <a:lnTo>
                  <a:pt x="52778" y="132527"/>
                </a:lnTo>
                <a:cubicBezTo>
                  <a:pt x="51216" y="134684"/>
                  <a:pt x="48803" y="136019"/>
                  <a:pt x="46135" y="136246"/>
                </a:cubicBezTo>
                <a:cubicBezTo>
                  <a:pt x="43466" y="136473"/>
                  <a:pt x="40882" y="135479"/>
                  <a:pt x="39008" y="133606"/>
                </a:cubicBezTo>
                <a:lnTo>
                  <a:pt x="2669" y="97266"/>
                </a:lnTo>
                <a:cubicBezTo>
                  <a:pt x="-880" y="93717"/>
                  <a:pt x="-880" y="87954"/>
                  <a:pt x="2669" y="84405"/>
                </a:cubicBezTo>
                <a:cubicBezTo>
                  <a:pt x="6218" y="80856"/>
                  <a:pt x="11981" y="80856"/>
                  <a:pt x="15530" y="84405"/>
                </a:cubicBezTo>
                <a:lnTo>
                  <a:pt x="44346" y="113221"/>
                </a:lnTo>
                <a:lnTo>
                  <a:pt x="110780" y="21889"/>
                </a:lnTo>
                <a:cubicBezTo>
                  <a:pt x="113732" y="17829"/>
                  <a:pt x="119410" y="16921"/>
                  <a:pt x="123470" y="19873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0" name="Text 8"/>
          <p:cNvSpPr/>
          <p:nvPr/>
        </p:nvSpPr>
        <p:spPr>
          <a:xfrm>
            <a:off x="690456" y="2325747"/>
            <a:ext cx="3325091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Чекланган тестлар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6012" y="2616465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123442" y="19902"/>
                </a:moveTo>
                <a:cubicBezTo>
                  <a:pt x="127502" y="22854"/>
                  <a:pt x="128410" y="28532"/>
                  <a:pt x="125457" y="32592"/>
                </a:cubicBezTo>
                <a:lnTo>
                  <a:pt x="52778" y="132527"/>
                </a:lnTo>
                <a:cubicBezTo>
                  <a:pt x="51216" y="134684"/>
                  <a:pt x="48803" y="136019"/>
                  <a:pt x="46135" y="136246"/>
                </a:cubicBezTo>
                <a:cubicBezTo>
                  <a:pt x="43466" y="136473"/>
                  <a:pt x="40882" y="135479"/>
                  <a:pt x="39008" y="133606"/>
                </a:cubicBezTo>
                <a:lnTo>
                  <a:pt x="2669" y="97266"/>
                </a:lnTo>
                <a:cubicBezTo>
                  <a:pt x="-880" y="93717"/>
                  <a:pt x="-880" y="87954"/>
                  <a:pt x="2669" y="84405"/>
                </a:cubicBezTo>
                <a:cubicBezTo>
                  <a:pt x="6218" y="80856"/>
                  <a:pt x="11981" y="80856"/>
                  <a:pt x="15530" y="84405"/>
                </a:cubicBezTo>
                <a:lnTo>
                  <a:pt x="44346" y="113221"/>
                </a:lnTo>
                <a:lnTo>
                  <a:pt x="110780" y="21889"/>
                </a:lnTo>
                <a:cubicBezTo>
                  <a:pt x="113732" y="17829"/>
                  <a:pt x="119410" y="16921"/>
                  <a:pt x="123470" y="19873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2" name="Text 10"/>
          <p:cNvSpPr/>
          <p:nvPr/>
        </p:nvSpPr>
        <p:spPr>
          <a:xfrm>
            <a:off x="690456" y="2580125"/>
            <a:ext cx="3325091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Базовый AI тahlil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6012" y="2870844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123442" y="19902"/>
                </a:moveTo>
                <a:cubicBezTo>
                  <a:pt x="127502" y="22854"/>
                  <a:pt x="128410" y="28532"/>
                  <a:pt x="125457" y="32592"/>
                </a:cubicBezTo>
                <a:lnTo>
                  <a:pt x="52778" y="132527"/>
                </a:lnTo>
                <a:cubicBezTo>
                  <a:pt x="51216" y="134684"/>
                  <a:pt x="48803" y="136019"/>
                  <a:pt x="46135" y="136246"/>
                </a:cubicBezTo>
                <a:cubicBezTo>
                  <a:pt x="43466" y="136473"/>
                  <a:pt x="40882" y="135479"/>
                  <a:pt x="39008" y="133606"/>
                </a:cubicBezTo>
                <a:lnTo>
                  <a:pt x="2669" y="97266"/>
                </a:lnTo>
                <a:cubicBezTo>
                  <a:pt x="-880" y="93717"/>
                  <a:pt x="-880" y="87954"/>
                  <a:pt x="2669" y="84405"/>
                </a:cubicBezTo>
                <a:cubicBezTo>
                  <a:pt x="6218" y="80856"/>
                  <a:pt x="11981" y="80856"/>
                  <a:pt x="15530" y="84405"/>
                </a:cubicBezTo>
                <a:lnTo>
                  <a:pt x="44346" y="113221"/>
                </a:lnTo>
                <a:lnTo>
                  <a:pt x="110780" y="21889"/>
                </a:lnTo>
                <a:cubicBezTo>
                  <a:pt x="113732" y="17829"/>
                  <a:pt x="119410" y="16921"/>
                  <a:pt x="123470" y="19873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4" name="Text 12"/>
          <p:cNvSpPr/>
          <p:nvPr/>
        </p:nvSpPr>
        <p:spPr>
          <a:xfrm>
            <a:off x="690456" y="2834504"/>
            <a:ext cx="3325091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тест/ҳафта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41016" y="1260991"/>
            <a:ext cx="3724829" cy="1889669"/>
          </a:xfrm>
          <a:custGeom>
            <a:avLst/>
            <a:gdLst/>
            <a:ahLst/>
            <a:cxnLst/>
            <a:rect l="l" t="t" r="r" b="b"/>
            <a:pathLst>
              <a:path w="3724829" h="1889669">
                <a:moveTo>
                  <a:pt x="145353" y="0"/>
                </a:moveTo>
                <a:lnTo>
                  <a:pt x="3579475" y="0"/>
                </a:lnTo>
                <a:cubicBezTo>
                  <a:pt x="3659752" y="0"/>
                  <a:pt x="3724829" y="65077"/>
                  <a:pt x="3724829" y="145353"/>
                </a:cubicBezTo>
                <a:lnTo>
                  <a:pt x="3724829" y="1744316"/>
                </a:lnTo>
                <a:cubicBezTo>
                  <a:pt x="3724829" y="1824592"/>
                  <a:pt x="3659752" y="1889669"/>
                  <a:pt x="3579475" y="1889669"/>
                </a:cubicBezTo>
                <a:lnTo>
                  <a:pt x="145353" y="1889669"/>
                </a:lnTo>
                <a:cubicBezTo>
                  <a:pt x="65077" y="1889669"/>
                  <a:pt x="0" y="1824592"/>
                  <a:pt x="0" y="1744316"/>
                </a:cubicBezTo>
                <a:lnTo>
                  <a:pt x="0" y="145353"/>
                </a:lnTo>
                <a:cubicBezTo>
                  <a:pt x="0" y="65077"/>
                  <a:pt x="65077" y="0"/>
                  <a:pt x="14535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5F73"/>
              </a:gs>
              <a:gs pos="100000">
                <a:srgbClr val="0A9396"/>
              </a:gs>
            </a:gsLst>
            <a:lin ang="2700000" scaled="1"/>
          </a:gradFill>
          <a:ln/>
          <a:effectLst>
            <a:outerShdw sx="100000" sy="100000" kx="0" ky="0" algn="bl" rotWithShape="0" blurRad="227124" dist="181699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2160" y="1146520"/>
            <a:ext cx="826730" cy="254379"/>
          </a:xfrm>
          <a:custGeom>
            <a:avLst/>
            <a:gdLst/>
            <a:ahLst/>
            <a:cxnLst/>
            <a:rect l="l" t="t" r="r" b="b"/>
            <a:pathLst>
              <a:path w="826730" h="254379">
                <a:moveTo>
                  <a:pt x="127189" y="0"/>
                </a:moveTo>
                <a:lnTo>
                  <a:pt x="699541" y="0"/>
                </a:lnTo>
                <a:cubicBezTo>
                  <a:pt x="769739" y="0"/>
                  <a:pt x="826730" y="56992"/>
                  <a:pt x="826730" y="127189"/>
                </a:cubicBezTo>
                <a:lnTo>
                  <a:pt x="826730" y="127189"/>
                </a:lnTo>
                <a:cubicBezTo>
                  <a:pt x="826730" y="197387"/>
                  <a:pt x="769739" y="254379"/>
                  <a:pt x="699541" y="254379"/>
                </a:cubicBezTo>
                <a:lnTo>
                  <a:pt x="127189" y="254379"/>
                </a:lnTo>
                <a:cubicBezTo>
                  <a:pt x="56992" y="254379"/>
                  <a:pt x="0" y="197387"/>
                  <a:pt x="0" y="127189"/>
                </a:cubicBezTo>
                <a:lnTo>
                  <a:pt x="0" y="127189"/>
                </a:lnTo>
                <a:cubicBezTo>
                  <a:pt x="0" y="56992"/>
                  <a:pt x="56992" y="0"/>
                  <a:pt x="127189" y="0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2160" y="1146520"/>
            <a:ext cx="890325" cy="254379"/>
          </a:xfrm>
          <a:prstGeom prst="rect">
            <a:avLst/>
          </a:prstGeom>
          <a:noFill/>
          <a:ln/>
        </p:spPr>
        <p:txBody>
          <a:bodyPr wrap="square" lIns="145359" tIns="36340" rIns="145359" bIns="3634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POPULAR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3643" y="1413619"/>
            <a:ext cx="3524960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93643" y="1795187"/>
            <a:ext cx="3597639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50,000 </a:t>
            </a:r>
            <a:pPr>
              <a:lnSpc>
                <a:spcPct val="90000"/>
              </a:lnSpc>
            </a:pPr>
            <a:r>
              <a:rPr lang="en-US" sz="1288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сум/ой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20898" y="2329380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123442" y="19902"/>
                </a:moveTo>
                <a:cubicBezTo>
                  <a:pt x="127502" y="22854"/>
                  <a:pt x="128410" y="28532"/>
                  <a:pt x="125457" y="32592"/>
                </a:cubicBezTo>
                <a:lnTo>
                  <a:pt x="52778" y="132527"/>
                </a:lnTo>
                <a:cubicBezTo>
                  <a:pt x="51216" y="134684"/>
                  <a:pt x="48803" y="136019"/>
                  <a:pt x="46135" y="136246"/>
                </a:cubicBezTo>
                <a:cubicBezTo>
                  <a:pt x="43466" y="136473"/>
                  <a:pt x="40882" y="135479"/>
                  <a:pt x="39008" y="133606"/>
                </a:cubicBezTo>
                <a:lnTo>
                  <a:pt x="2669" y="97266"/>
                </a:lnTo>
                <a:cubicBezTo>
                  <a:pt x="-880" y="93717"/>
                  <a:pt x="-880" y="87954"/>
                  <a:pt x="2669" y="84405"/>
                </a:cubicBezTo>
                <a:cubicBezTo>
                  <a:pt x="6218" y="80856"/>
                  <a:pt x="11981" y="80856"/>
                  <a:pt x="15530" y="84405"/>
                </a:cubicBezTo>
                <a:lnTo>
                  <a:pt x="44346" y="113221"/>
                </a:lnTo>
                <a:lnTo>
                  <a:pt x="110780" y="21889"/>
                </a:lnTo>
                <a:cubicBezTo>
                  <a:pt x="113732" y="17829"/>
                  <a:pt x="119410" y="16921"/>
                  <a:pt x="123470" y="19873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60741" y="2291226"/>
            <a:ext cx="1171958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Чексиз тестлар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20898" y="2596481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123442" y="19902"/>
                </a:moveTo>
                <a:cubicBezTo>
                  <a:pt x="127502" y="22854"/>
                  <a:pt x="128410" y="28532"/>
                  <a:pt x="125457" y="32592"/>
                </a:cubicBezTo>
                <a:lnTo>
                  <a:pt x="52778" y="132527"/>
                </a:lnTo>
                <a:cubicBezTo>
                  <a:pt x="51216" y="134684"/>
                  <a:pt x="48803" y="136019"/>
                  <a:pt x="46135" y="136246"/>
                </a:cubicBezTo>
                <a:cubicBezTo>
                  <a:pt x="43466" y="136473"/>
                  <a:pt x="40882" y="135479"/>
                  <a:pt x="39008" y="133606"/>
                </a:cubicBezTo>
                <a:lnTo>
                  <a:pt x="2669" y="97266"/>
                </a:lnTo>
                <a:cubicBezTo>
                  <a:pt x="-880" y="93717"/>
                  <a:pt x="-880" y="87954"/>
                  <a:pt x="2669" y="84405"/>
                </a:cubicBezTo>
                <a:cubicBezTo>
                  <a:pt x="6218" y="80856"/>
                  <a:pt x="11981" y="80856"/>
                  <a:pt x="15530" y="84405"/>
                </a:cubicBezTo>
                <a:lnTo>
                  <a:pt x="44346" y="113221"/>
                </a:lnTo>
                <a:lnTo>
                  <a:pt x="110780" y="21889"/>
                </a:lnTo>
                <a:cubicBezTo>
                  <a:pt x="113732" y="17829"/>
                  <a:pt x="119410" y="16921"/>
                  <a:pt x="123470" y="19873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23" name="Text 21"/>
          <p:cNvSpPr/>
          <p:nvPr/>
        </p:nvSpPr>
        <p:spPr>
          <a:xfrm>
            <a:off x="4475342" y="2558322"/>
            <a:ext cx="3325091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Адаптив топшириқлар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20898" y="2863577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123442" y="19902"/>
                </a:moveTo>
                <a:cubicBezTo>
                  <a:pt x="127502" y="22854"/>
                  <a:pt x="128410" y="28532"/>
                  <a:pt x="125457" y="32592"/>
                </a:cubicBezTo>
                <a:lnTo>
                  <a:pt x="52778" y="132527"/>
                </a:lnTo>
                <a:cubicBezTo>
                  <a:pt x="51216" y="134684"/>
                  <a:pt x="48803" y="136019"/>
                  <a:pt x="46135" y="136246"/>
                </a:cubicBezTo>
                <a:cubicBezTo>
                  <a:pt x="43466" y="136473"/>
                  <a:pt x="40882" y="135479"/>
                  <a:pt x="39008" y="133606"/>
                </a:cubicBezTo>
                <a:lnTo>
                  <a:pt x="2669" y="97266"/>
                </a:lnTo>
                <a:cubicBezTo>
                  <a:pt x="-880" y="93717"/>
                  <a:pt x="-880" y="87954"/>
                  <a:pt x="2669" y="84405"/>
                </a:cubicBezTo>
                <a:cubicBezTo>
                  <a:pt x="6218" y="80856"/>
                  <a:pt x="11981" y="80856"/>
                  <a:pt x="15530" y="84405"/>
                </a:cubicBezTo>
                <a:lnTo>
                  <a:pt x="44346" y="113221"/>
                </a:lnTo>
                <a:lnTo>
                  <a:pt x="110780" y="21889"/>
                </a:lnTo>
                <a:cubicBezTo>
                  <a:pt x="113732" y="17829"/>
                  <a:pt x="119410" y="16921"/>
                  <a:pt x="123470" y="19873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25" name="Text 23"/>
          <p:cNvSpPr/>
          <p:nvPr/>
        </p:nvSpPr>
        <p:spPr>
          <a:xfrm>
            <a:off x="4475342" y="2825419"/>
            <a:ext cx="3325091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Деталли тушунтириш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05023" y="1326402"/>
            <a:ext cx="3724829" cy="1871499"/>
          </a:xfrm>
          <a:custGeom>
            <a:avLst/>
            <a:gdLst/>
            <a:ahLst/>
            <a:cxnLst/>
            <a:rect l="l" t="t" r="r" b="b"/>
            <a:pathLst>
              <a:path w="3724829" h="1871499">
                <a:moveTo>
                  <a:pt x="36340" y="0"/>
                </a:moveTo>
                <a:lnTo>
                  <a:pt x="3688489" y="0"/>
                </a:lnTo>
                <a:cubicBezTo>
                  <a:pt x="3708559" y="0"/>
                  <a:pt x="3724829" y="16270"/>
                  <a:pt x="3724829" y="36340"/>
                </a:cubicBezTo>
                <a:lnTo>
                  <a:pt x="3724829" y="1726140"/>
                </a:lnTo>
                <a:cubicBezTo>
                  <a:pt x="3724829" y="1806366"/>
                  <a:pt x="3659695" y="1871499"/>
                  <a:pt x="3579469" y="1871499"/>
                </a:cubicBezTo>
                <a:lnTo>
                  <a:pt x="145359" y="1871499"/>
                </a:lnTo>
                <a:cubicBezTo>
                  <a:pt x="65080" y="1871499"/>
                  <a:pt x="0" y="1806420"/>
                  <a:pt x="0" y="1726140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6274" dist="90849" dir="540000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05023" y="1326402"/>
            <a:ext cx="3724829" cy="36340"/>
          </a:xfrm>
          <a:custGeom>
            <a:avLst/>
            <a:gdLst/>
            <a:ahLst/>
            <a:cxnLst/>
            <a:rect l="l" t="t" r="r" b="b"/>
            <a:pathLst>
              <a:path w="3724829" h="36340">
                <a:moveTo>
                  <a:pt x="36340" y="0"/>
                </a:moveTo>
                <a:lnTo>
                  <a:pt x="3688489" y="0"/>
                </a:lnTo>
                <a:cubicBezTo>
                  <a:pt x="3708559" y="0"/>
                  <a:pt x="3724829" y="16270"/>
                  <a:pt x="3724829" y="36340"/>
                </a:cubicBezTo>
                <a:lnTo>
                  <a:pt x="3724829" y="36340"/>
                </a:lnTo>
                <a:lnTo>
                  <a:pt x="0" y="36340"/>
                </a:ln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28" name="Text 26"/>
          <p:cNvSpPr/>
          <p:nvPr/>
        </p:nvSpPr>
        <p:spPr>
          <a:xfrm>
            <a:off x="8250382" y="1489931"/>
            <a:ext cx="3524960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PREMIUM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50382" y="1853329"/>
            <a:ext cx="3597639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5" b="1" dirty="0">
                <a:solidFill>
                  <a:srgbClr val="005F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70,000 </a:t>
            </a:r>
            <a:pPr>
              <a:lnSpc>
                <a:spcPct val="90000"/>
              </a:lnSpc>
            </a:pPr>
            <a:r>
              <a:rPr lang="en-US" sz="1288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сум/ой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77637" y="2362086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123442" y="19902"/>
                </a:moveTo>
                <a:cubicBezTo>
                  <a:pt x="127502" y="22854"/>
                  <a:pt x="128410" y="28532"/>
                  <a:pt x="125457" y="32592"/>
                </a:cubicBezTo>
                <a:lnTo>
                  <a:pt x="52778" y="132527"/>
                </a:lnTo>
                <a:cubicBezTo>
                  <a:pt x="51216" y="134684"/>
                  <a:pt x="48803" y="136019"/>
                  <a:pt x="46135" y="136246"/>
                </a:cubicBezTo>
                <a:cubicBezTo>
                  <a:pt x="43466" y="136473"/>
                  <a:pt x="40882" y="135479"/>
                  <a:pt x="39008" y="133606"/>
                </a:cubicBezTo>
                <a:lnTo>
                  <a:pt x="2669" y="97266"/>
                </a:lnTo>
                <a:cubicBezTo>
                  <a:pt x="-880" y="93717"/>
                  <a:pt x="-880" y="87954"/>
                  <a:pt x="2669" y="84405"/>
                </a:cubicBezTo>
                <a:cubicBezTo>
                  <a:pt x="6218" y="80856"/>
                  <a:pt x="11981" y="80856"/>
                  <a:pt x="15530" y="84405"/>
                </a:cubicBezTo>
                <a:lnTo>
                  <a:pt x="44346" y="113221"/>
                </a:lnTo>
                <a:lnTo>
                  <a:pt x="110780" y="21889"/>
                </a:lnTo>
                <a:cubicBezTo>
                  <a:pt x="113732" y="17829"/>
                  <a:pt x="119410" y="16921"/>
                  <a:pt x="123470" y="19873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31" name="Text 29"/>
          <p:cNvSpPr/>
          <p:nvPr/>
        </p:nvSpPr>
        <p:spPr>
          <a:xfrm>
            <a:off x="8504760" y="2325747"/>
            <a:ext cx="175339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Барча PRO функциялар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77637" y="2616465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123442" y="19902"/>
                </a:moveTo>
                <a:cubicBezTo>
                  <a:pt x="127502" y="22854"/>
                  <a:pt x="128410" y="28532"/>
                  <a:pt x="125457" y="32592"/>
                </a:cubicBezTo>
                <a:lnTo>
                  <a:pt x="52778" y="132527"/>
                </a:lnTo>
                <a:cubicBezTo>
                  <a:pt x="51216" y="134684"/>
                  <a:pt x="48803" y="136019"/>
                  <a:pt x="46135" y="136246"/>
                </a:cubicBezTo>
                <a:cubicBezTo>
                  <a:pt x="43466" y="136473"/>
                  <a:pt x="40882" y="135479"/>
                  <a:pt x="39008" y="133606"/>
                </a:cubicBezTo>
                <a:lnTo>
                  <a:pt x="2669" y="97266"/>
                </a:lnTo>
                <a:cubicBezTo>
                  <a:pt x="-880" y="93717"/>
                  <a:pt x="-880" y="87954"/>
                  <a:pt x="2669" y="84405"/>
                </a:cubicBezTo>
                <a:cubicBezTo>
                  <a:pt x="6218" y="80856"/>
                  <a:pt x="11981" y="80856"/>
                  <a:pt x="15530" y="84405"/>
                </a:cubicBezTo>
                <a:lnTo>
                  <a:pt x="44346" y="113221"/>
                </a:lnTo>
                <a:lnTo>
                  <a:pt x="110780" y="21889"/>
                </a:lnTo>
                <a:cubicBezTo>
                  <a:pt x="113732" y="17829"/>
                  <a:pt x="119410" y="16921"/>
                  <a:pt x="123470" y="19873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33" name="Text 31"/>
          <p:cNvSpPr/>
          <p:nvPr/>
        </p:nvSpPr>
        <p:spPr>
          <a:xfrm>
            <a:off x="8432081" y="2580125"/>
            <a:ext cx="3325091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Ота-оналарга ҳисоботлар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77637" y="2870844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123442" y="19902"/>
                </a:moveTo>
                <a:cubicBezTo>
                  <a:pt x="127502" y="22854"/>
                  <a:pt x="128410" y="28532"/>
                  <a:pt x="125457" y="32592"/>
                </a:cubicBezTo>
                <a:lnTo>
                  <a:pt x="52778" y="132527"/>
                </a:lnTo>
                <a:cubicBezTo>
                  <a:pt x="51216" y="134684"/>
                  <a:pt x="48803" y="136019"/>
                  <a:pt x="46135" y="136246"/>
                </a:cubicBezTo>
                <a:cubicBezTo>
                  <a:pt x="43466" y="136473"/>
                  <a:pt x="40882" y="135479"/>
                  <a:pt x="39008" y="133606"/>
                </a:cubicBezTo>
                <a:lnTo>
                  <a:pt x="2669" y="97266"/>
                </a:lnTo>
                <a:cubicBezTo>
                  <a:pt x="-880" y="93717"/>
                  <a:pt x="-880" y="87954"/>
                  <a:pt x="2669" y="84405"/>
                </a:cubicBezTo>
                <a:cubicBezTo>
                  <a:pt x="6218" y="80856"/>
                  <a:pt x="11981" y="80856"/>
                  <a:pt x="15530" y="84405"/>
                </a:cubicBezTo>
                <a:lnTo>
                  <a:pt x="44346" y="113221"/>
                </a:lnTo>
                <a:lnTo>
                  <a:pt x="110780" y="21889"/>
                </a:lnTo>
                <a:cubicBezTo>
                  <a:pt x="113732" y="17829"/>
                  <a:pt x="119410" y="16921"/>
                  <a:pt x="123470" y="19873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35" name="Text 33"/>
          <p:cNvSpPr/>
          <p:nvPr/>
        </p:nvSpPr>
        <p:spPr>
          <a:xfrm>
            <a:off x="8432081" y="2834504"/>
            <a:ext cx="3325091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Шахсий менеджер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3398" y="3306921"/>
            <a:ext cx="5659923" cy="3188817"/>
          </a:xfrm>
          <a:custGeom>
            <a:avLst/>
            <a:gdLst/>
            <a:ahLst/>
            <a:cxnLst/>
            <a:rect l="l" t="t" r="r" b="b"/>
            <a:pathLst>
              <a:path w="5659923" h="3188817">
                <a:moveTo>
                  <a:pt x="145346" y="0"/>
                </a:moveTo>
                <a:lnTo>
                  <a:pt x="5514576" y="0"/>
                </a:lnTo>
                <a:cubicBezTo>
                  <a:pt x="5594849" y="0"/>
                  <a:pt x="5659923" y="65074"/>
                  <a:pt x="5659923" y="145346"/>
                </a:cubicBezTo>
                <a:lnTo>
                  <a:pt x="5659923" y="3043470"/>
                </a:lnTo>
                <a:cubicBezTo>
                  <a:pt x="5659923" y="3123743"/>
                  <a:pt x="5594849" y="3188817"/>
                  <a:pt x="5514576" y="3188817"/>
                </a:cubicBezTo>
                <a:lnTo>
                  <a:pt x="145346" y="3188817"/>
                </a:lnTo>
                <a:cubicBezTo>
                  <a:pt x="65074" y="3188817"/>
                  <a:pt x="0" y="3123743"/>
                  <a:pt x="0" y="3043470"/>
                </a:cubicBezTo>
                <a:lnTo>
                  <a:pt x="0" y="145346"/>
                </a:lnTo>
                <a:cubicBezTo>
                  <a:pt x="0" y="65127"/>
                  <a:pt x="65127" y="0"/>
                  <a:pt x="1453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6274" dist="90849" dir="540000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1469" y="3488620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0" y="45425"/>
                </a:moveTo>
                <a:lnTo>
                  <a:pt x="0" y="56781"/>
                </a:lnTo>
                <a:lnTo>
                  <a:pt x="181699" y="56781"/>
                </a:lnTo>
                <a:lnTo>
                  <a:pt x="181699" y="45425"/>
                </a:lnTo>
                <a:cubicBezTo>
                  <a:pt x="181699" y="32897"/>
                  <a:pt x="171514" y="22712"/>
                  <a:pt x="158987" y="22712"/>
                </a:cubicBezTo>
                <a:lnTo>
                  <a:pt x="22712" y="22712"/>
                </a:lnTo>
                <a:cubicBezTo>
                  <a:pt x="10185" y="22712"/>
                  <a:pt x="0" y="32897"/>
                  <a:pt x="0" y="45425"/>
                </a:cubicBezTo>
                <a:close/>
                <a:moveTo>
                  <a:pt x="0" y="73815"/>
                </a:moveTo>
                <a:lnTo>
                  <a:pt x="0" y="136274"/>
                </a:lnTo>
                <a:cubicBezTo>
                  <a:pt x="0" y="148802"/>
                  <a:pt x="10185" y="158987"/>
                  <a:pt x="22712" y="158987"/>
                </a:cubicBezTo>
                <a:lnTo>
                  <a:pt x="158987" y="158987"/>
                </a:lnTo>
                <a:cubicBezTo>
                  <a:pt x="171514" y="158987"/>
                  <a:pt x="181699" y="148802"/>
                  <a:pt x="181699" y="136274"/>
                </a:cubicBezTo>
                <a:lnTo>
                  <a:pt x="181699" y="73815"/>
                </a:lnTo>
                <a:lnTo>
                  <a:pt x="0" y="73815"/>
                </a:lnTo>
                <a:close/>
                <a:moveTo>
                  <a:pt x="22712" y="127757"/>
                </a:moveTo>
                <a:cubicBezTo>
                  <a:pt x="22712" y="123037"/>
                  <a:pt x="26510" y="119240"/>
                  <a:pt x="31230" y="119240"/>
                </a:cubicBezTo>
                <a:lnTo>
                  <a:pt x="48264" y="119240"/>
                </a:lnTo>
                <a:cubicBezTo>
                  <a:pt x="52984" y="119240"/>
                  <a:pt x="56781" y="123037"/>
                  <a:pt x="56781" y="127757"/>
                </a:cubicBezTo>
                <a:cubicBezTo>
                  <a:pt x="56781" y="132477"/>
                  <a:pt x="52984" y="136274"/>
                  <a:pt x="48264" y="136274"/>
                </a:cubicBezTo>
                <a:lnTo>
                  <a:pt x="31230" y="136274"/>
                </a:lnTo>
                <a:cubicBezTo>
                  <a:pt x="26510" y="136274"/>
                  <a:pt x="22712" y="132477"/>
                  <a:pt x="22712" y="127757"/>
                </a:cubicBezTo>
                <a:close/>
                <a:moveTo>
                  <a:pt x="73815" y="127757"/>
                </a:moveTo>
                <a:cubicBezTo>
                  <a:pt x="73815" y="123037"/>
                  <a:pt x="77612" y="119240"/>
                  <a:pt x="82332" y="119240"/>
                </a:cubicBezTo>
                <a:lnTo>
                  <a:pt x="105045" y="119240"/>
                </a:lnTo>
                <a:cubicBezTo>
                  <a:pt x="109765" y="119240"/>
                  <a:pt x="113562" y="123037"/>
                  <a:pt x="113562" y="127757"/>
                </a:cubicBezTo>
                <a:cubicBezTo>
                  <a:pt x="113562" y="132477"/>
                  <a:pt x="109765" y="136274"/>
                  <a:pt x="105045" y="136274"/>
                </a:cubicBezTo>
                <a:lnTo>
                  <a:pt x="82332" y="136274"/>
                </a:lnTo>
                <a:cubicBezTo>
                  <a:pt x="77612" y="136274"/>
                  <a:pt x="73815" y="132477"/>
                  <a:pt x="73815" y="127757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38" name="Text 36"/>
          <p:cNvSpPr/>
          <p:nvPr/>
        </p:nvSpPr>
        <p:spPr>
          <a:xfrm>
            <a:off x="735881" y="3452280"/>
            <a:ext cx="5232930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Маҳаллий тўлов тизимлари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08757" y="3815678"/>
            <a:ext cx="5369204" cy="617776"/>
          </a:xfrm>
          <a:custGeom>
            <a:avLst/>
            <a:gdLst/>
            <a:ahLst/>
            <a:cxnLst/>
            <a:rect l="l" t="t" r="r" b="b"/>
            <a:pathLst>
              <a:path w="5369204" h="617776">
                <a:moveTo>
                  <a:pt x="109019" y="0"/>
                </a:moveTo>
                <a:lnTo>
                  <a:pt x="5260185" y="0"/>
                </a:lnTo>
                <a:cubicBezTo>
                  <a:pt x="5320395" y="0"/>
                  <a:pt x="5369204" y="48809"/>
                  <a:pt x="5369204" y="109019"/>
                </a:cubicBezTo>
                <a:lnTo>
                  <a:pt x="5369204" y="508757"/>
                </a:lnTo>
                <a:cubicBezTo>
                  <a:pt x="5369204" y="568967"/>
                  <a:pt x="5320395" y="617776"/>
                  <a:pt x="5260185" y="617776"/>
                </a:cubicBezTo>
                <a:lnTo>
                  <a:pt x="109019" y="617776"/>
                </a:lnTo>
                <a:cubicBezTo>
                  <a:pt x="48809" y="617776"/>
                  <a:pt x="0" y="568967"/>
                  <a:pt x="0" y="508757"/>
                </a:cubicBezTo>
                <a:lnTo>
                  <a:pt x="0" y="109019"/>
                </a:lnTo>
                <a:cubicBezTo>
                  <a:pt x="0" y="48850"/>
                  <a:pt x="48850" y="0"/>
                  <a:pt x="109019" y="0"/>
                </a:cubicBezTo>
                <a:close/>
              </a:path>
            </a:pathLst>
          </a:custGeom>
          <a:solidFill>
            <a:srgbClr val="005F73">
              <a:alpha val="5098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17776" y="3942867"/>
            <a:ext cx="363398" cy="363398"/>
          </a:xfrm>
          <a:custGeom>
            <a:avLst/>
            <a:gdLst/>
            <a:ahLst/>
            <a:cxnLst/>
            <a:rect l="l" t="t" r="r" b="b"/>
            <a:pathLst>
              <a:path w="363398" h="363398">
                <a:moveTo>
                  <a:pt x="72680" y="0"/>
                </a:moveTo>
                <a:lnTo>
                  <a:pt x="290718" y="0"/>
                </a:lnTo>
                <a:cubicBezTo>
                  <a:pt x="330831" y="0"/>
                  <a:pt x="363398" y="32567"/>
                  <a:pt x="363398" y="72680"/>
                </a:cubicBezTo>
                <a:lnTo>
                  <a:pt x="363398" y="290718"/>
                </a:lnTo>
                <a:cubicBezTo>
                  <a:pt x="363398" y="330831"/>
                  <a:pt x="330831" y="363398"/>
                  <a:pt x="290718" y="363398"/>
                </a:cubicBezTo>
                <a:lnTo>
                  <a:pt x="72680" y="363398"/>
                </a:lnTo>
                <a:cubicBezTo>
                  <a:pt x="32567" y="363398"/>
                  <a:pt x="0" y="330831"/>
                  <a:pt x="0" y="290718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41" name="Text 39"/>
          <p:cNvSpPr/>
          <p:nvPr/>
        </p:nvSpPr>
        <p:spPr>
          <a:xfrm>
            <a:off x="581437" y="3942867"/>
            <a:ext cx="436077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0194" y="3924697"/>
            <a:ext cx="1217383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90194" y="4142736"/>
            <a:ext cx="1208298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~8M фойдаланувчи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565439" y="4033717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90849" y="181699"/>
                </a:moveTo>
                <a:cubicBezTo>
                  <a:pt x="140991" y="181699"/>
                  <a:pt x="181699" y="140991"/>
                  <a:pt x="181699" y="90849"/>
                </a:cubicBezTo>
                <a:cubicBezTo>
                  <a:pt x="181699" y="40708"/>
                  <a:pt x="140991" y="0"/>
                  <a:pt x="90849" y="0"/>
                </a:cubicBezTo>
                <a:cubicBezTo>
                  <a:pt x="40708" y="0"/>
                  <a:pt x="0" y="40708"/>
                  <a:pt x="0" y="90849"/>
                </a:cubicBezTo>
                <a:cubicBezTo>
                  <a:pt x="0" y="140991"/>
                  <a:pt x="40708" y="181699"/>
                  <a:pt x="90849" y="181699"/>
                </a:cubicBezTo>
                <a:close/>
                <a:moveTo>
                  <a:pt x="120801" y="75483"/>
                </a:moveTo>
                <a:lnTo>
                  <a:pt x="92411" y="120908"/>
                </a:lnTo>
                <a:cubicBezTo>
                  <a:pt x="90920" y="123286"/>
                  <a:pt x="88365" y="124776"/>
                  <a:pt x="85562" y="124918"/>
                </a:cubicBezTo>
                <a:cubicBezTo>
                  <a:pt x="82758" y="125060"/>
                  <a:pt x="80061" y="123782"/>
                  <a:pt x="78393" y="121511"/>
                </a:cubicBezTo>
                <a:lnTo>
                  <a:pt x="61359" y="98799"/>
                </a:lnTo>
                <a:cubicBezTo>
                  <a:pt x="58520" y="95037"/>
                  <a:pt x="59301" y="89714"/>
                  <a:pt x="63062" y="86875"/>
                </a:cubicBezTo>
                <a:cubicBezTo>
                  <a:pt x="66824" y="84036"/>
                  <a:pt x="72147" y="84817"/>
                  <a:pt x="74986" y="88578"/>
                </a:cubicBezTo>
                <a:lnTo>
                  <a:pt x="84568" y="101354"/>
                </a:lnTo>
                <a:lnTo>
                  <a:pt x="106358" y="66469"/>
                </a:lnTo>
                <a:cubicBezTo>
                  <a:pt x="108842" y="62495"/>
                  <a:pt x="114094" y="61252"/>
                  <a:pt x="118104" y="63772"/>
                </a:cubicBezTo>
                <a:cubicBezTo>
                  <a:pt x="122114" y="66292"/>
                  <a:pt x="123321" y="71508"/>
                  <a:pt x="120801" y="75519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45" name="Shape 43"/>
          <p:cNvSpPr/>
          <p:nvPr/>
        </p:nvSpPr>
        <p:spPr>
          <a:xfrm>
            <a:off x="508757" y="4506134"/>
            <a:ext cx="5369204" cy="617776"/>
          </a:xfrm>
          <a:custGeom>
            <a:avLst/>
            <a:gdLst/>
            <a:ahLst/>
            <a:cxnLst/>
            <a:rect l="l" t="t" r="r" b="b"/>
            <a:pathLst>
              <a:path w="5369204" h="617776">
                <a:moveTo>
                  <a:pt x="109019" y="0"/>
                </a:moveTo>
                <a:lnTo>
                  <a:pt x="5260185" y="0"/>
                </a:lnTo>
                <a:cubicBezTo>
                  <a:pt x="5320395" y="0"/>
                  <a:pt x="5369204" y="48809"/>
                  <a:pt x="5369204" y="109019"/>
                </a:cubicBezTo>
                <a:lnTo>
                  <a:pt x="5369204" y="508757"/>
                </a:lnTo>
                <a:cubicBezTo>
                  <a:pt x="5369204" y="568967"/>
                  <a:pt x="5320395" y="617776"/>
                  <a:pt x="5260185" y="617776"/>
                </a:cubicBezTo>
                <a:lnTo>
                  <a:pt x="109019" y="617776"/>
                </a:lnTo>
                <a:cubicBezTo>
                  <a:pt x="48809" y="617776"/>
                  <a:pt x="0" y="568967"/>
                  <a:pt x="0" y="508757"/>
                </a:cubicBezTo>
                <a:lnTo>
                  <a:pt x="0" y="109019"/>
                </a:lnTo>
                <a:cubicBezTo>
                  <a:pt x="0" y="48850"/>
                  <a:pt x="48850" y="0"/>
                  <a:pt x="109019" y="0"/>
                </a:cubicBezTo>
                <a:close/>
              </a:path>
            </a:pathLst>
          </a:custGeom>
          <a:solidFill>
            <a:srgbClr val="0A9396">
              <a:alpha val="5098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17776" y="4633323"/>
            <a:ext cx="363398" cy="363398"/>
          </a:xfrm>
          <a:custGeom>
            <a:avLst/>
            <a:gdLst/>
            <a:ahLst/>
            <a:cxnLst/>
            <a:rect l="l" t="t" r="r" b="b"/>
            <a:pathLst>
              <a:path w="363398" h="363398">
                <a:moveTo>
                  <a:pt x="72680" y="0"/>
                </a:moveTo>
                <a:lnTo>
                  <a:pt x="290718" y="0"/>
                </a:lnTo>
                <a:cubicBezTo>
                  <a:pt x="330831" y="0"/>
                  <a:pt x="363398" y="32567"/>
                  <a:pt x="363398" y="72680"/>
                </a:cubicBezTo>
                <a:lnTo>
                  <a:pt x="363398" y="290718"/>
                </a:lnTo>
                <a:cubicBezTo>
                  <a:pt x="363398" y="330831"/>
                  <a:pt x="330831" y="363398"/>
                  <a:pt x="290718" y="363398"/>
                </a:cubicBezTo>
                <a:lnTo>
                  <a:pt x="72680" y="363398"/>
                </a:lnTo>
                <a:cubicBezTo>
                  <a:pt x="32567" y="363398"/>
                  <a:pt x="0" y="330831"/>
                  <a:pt x="0" y="290718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47" name="Text 45"/>
          <p:cNvSpPr/>
          <p:nvPr/>
        </p:nvSpPr>
        <p:spPr>
          <a:xfrm>
            <a:off x="581437" y="4633323"/>
            <a:ext cx="436077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90194" y="4615154"/>
            <a:ext cx="1217383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90194" y="4833192"/>
            <a:ext cx="1208298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~6M фойдаланувчи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565439" y="4724173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90849" y="181699"/>
                </a:moveTo>
                <a:cubicBezTo>
                  <a:pt x="140991" y="181699"/>
                  <a:pt x="181699" y="140991"/>
                  <a:pt x="181699" y="90849"/>
                </a:cubicBezTo>
                <a:cubicBezTo>
                  <a:pt x="181699" y="40708"/>
                  <a:pt x="140991" y="0"/>
                  <a:pt x="90849" y="0"/>
                </a:cubicBezTo>
                <a:cubicBezTo>
                  <a:pt x="40708" y="0"/>
                  <a:pt x="0" y="40708"/>
                  <a:pt x="0" y="90849"/>
                </a:cubicBezTo>
                <a:cubicBezTo>
                  <a:pt x="0" y="140991"/>
                  <a:pt x="40708" y="181699"/>
                  <a:pt x="90849" y="181699"/>
                </a:cubicBezTo>
                <a:close/>
                <a:moveTo>
                  <a:pt x="120801" y="75483"/>
                </a:moveTo>
                <a:lnTo>
                  <a:pt x="92411" y="120908"/>
                </a:lnTo>
                <a:cubicBezTo>
                  <a:pt x="90920" y="123286"/>
                  <a:pt x="88365" y="124776"/>
                  <a:pt x="85562" y="124918"/>
                </a:cubicBezTo>
                <a:cubicBezTo>
                  <a:pt x="82758" y="125060"/>
                  <a:pt x="80061" y="123782"/>
                  <a:pt x="78393" y="121511"/>
                </a:cubicBezTo>
                <a:lnTo>
                  <a:pt x="61359" y="98799"/>
                </a:lnTo>
                <a:cubicBezTo>
                  <a:pt x="58520" y="95037"/>
                  <a:pt x="59301" y="89714"/>
                  <a:pt x="63062" y="86875"/>
                </a:cubicBezTo>
                <a:cubicBezTo>
                  <a:pt x="66824" y="84036"/>
                  <a:pt x="72147" y="84817"/>
                  <a:pt x="74986" y="88578"/>
                </a:cubicBezTo>
                <a:lnTo>
                  <a:pt x="84568" y="101354"/>
                </a:lnTo>
                <a:lnTo>
                  <a:pt x="106358" y="66469"/>
                </a:lnTo>
                <a:cubicBezTo>
                  <a:pt x="108842" y="62495"/>
                  <a:pt x="114094" y="61252"/>
                  <a:pt x="118104" y="63772"/>
                </a:cubicBezTo>
                <a:cubicBezTo>
                  <a:pt x="122114" y="66292"/>
                  <a:pt x="123321" y="71508"/>
                  <a:pt x="120801" y="75519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51" name="Shape 49"/>
          <p:cNvSpPr/>
          <p:nvPr/>
        </p:nvSpPr>
        <p:spPr>
          <a:xfrm>
            <a:off x="508757" y="5196590"/>
            <a:ext cx="5369204" cy="617776"/>
          </a:xfrm>
          <a:custGeom>
            <a:avLst/>
            <a:gdLst/>
            <a:ahLst/>
            <a:cxnLst/>
            <a:rect l="l" t="t" r="r" b="b"/>
            <a:pathLst>
              <a:path w="5369204" h="617776">
                <a:moveTo>
                  <a:pt x="109019" y="0"/>
                </a:moveTo>
                <a:lnTo>
                  <a:pt x="5260185" y="0"/>
                </a:lnTo>
                <a:cubicBezTo>
                  <a:pt x="5320395" y="0"/>
                  <a:pt x="5369204" y="48809"/>
                  <a:pt x="5369204" y="109019"/>
                </a:cubicBezTo>
                <a:lnTo>
                  <a:pt x="5369204" y="508757"/>
                </a:lnTo>
                <a:cubicBezTo>
                  <a:pt x="5369204" y="568967"/>
                  <a:pt x="5320395" y="617776"/>
                  <a:pt x="5260185" y="617776"/>
                </a:cubicBezTo>
                <a:lnTo>
                  <a:pt x="109019" y="617776"/>
                </a:lnTo>
                <a:cubicBezTo>
                  <a:pt x="48809" y="617776"/>
                  <a:pt x="0" y="568967"/>
                  <a:pt x="0" y="508757"/>
                </a:cubicBezTo>
                <a:lnTo>
                  <a:pt x="0" y="109019"/>
                </a:lnTo>
                <a:cubicBezTo>
                  <a:pt x="0" y="48850"/>
                  <a:pt x="48850" y="0"/>
                  <a:pt x="109019" y="0"/>
                </a:cubicBezTo>
                <a:close/>
              </a:path>
            </a:pathLst>
          </a:custGeom>
          <a:solidFill>
            <a:srgbClr val="EE9B00">
              <a:alpha val="5098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17776" y="5323779"/>
            <a:ext cx="363398" cy="363398"/>
          </a:xfrm>
          <a:custGeom>
            <a:avLst/>
            <a:gdLst/>
            <a:ahLst/>
            <a:cxnLst/>
            <a:rect l="l" t="t" r="r" b="b"/>
            <a:pathLst>
              <a:path w="363398" h="363398">
                <a:moveTo>
                  <a:pt x="72680" y="0"/>
                </a:moveTo>
                <a:lnTo>
                  <a:pt x="290718" y="0"/>
                </a:lnTo>
                <a:cubicBezTo>
                  <a:pt x="330831" y="0"/>
                  <a:pt x="363398" y="32567"/>
                  <a:pt x="363398" y="72680"/>
                </a:cubicBezTo>
                <a:lnTo>
                  <a:pt x="363398" y="290718"/>
                </a:lnTo>
                <a:cubicBezTo>
                  <a:pt x="363398" y="330831"/>
                  <a:pt x="330831" y="363398"/>
                  <a:pt x="290718" y="363398"/>
                </a:cubicBezTo>
                <a:lnTo>
                  <a:pt x="72680" y="363398"/>
                </a:lnTo>
                <a:cubicBezTo>
                  <a:pt x="32567" y="363398"/>
                  <a:pt x="0" y="330831"/>
                  <a:pt x="0" y="290718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53" name="Text 51"/>
          <p:cNvSpPr/>
          <p:nvPr/>
        </p:nvSpPr>
        <p:spPr>
          <a:xfrm>
            <a:off x="581437" y="5323779"/>
            <a:ext cx="436077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90194" y="5305610"/>
            <a:ext cx="1217383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Uzum Bank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90194" y="5523648"/>
            <a:ext cx="1208298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~3M фойдаланувчи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565439" y="5414629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90849" y="181699"/>
                </a:moveTo>
                <a:cubicBezTo>
                  <a:pt x="140991" y="181699"/>
                  <a:pt x="181699" y="140991"/>
                  <a:pt x="181699" y="90849"/>
                </a:cubicBezTo>
                <a:cubicBezTo>
                  <a:pt x="181699" y="40708"/>
                  <a:pt x="140991" y="0"/>
                  <a:pt x="90849" y="0"/>
                </a:cubicBezTo>
                <a:cubicBezTo>
                  <a:pt x="40708" y="0"/>
                  <a:pt x="0" y="40708"/>
                  <a:pt x="0" y="90849"/>
                </a:cubicBezTo>
                <a:cubicBezTo>
                  <a:pt x="0" y="140991"/>
                  <a:pt x="40708" y="181699"/>
                  <a:pt x="90849" y="181699"/>
                </a:cubicBezTo>
                <a:close/>
                <a:moveTo>
                  <a:pt x="120801" y="75483"/>
                </a:moveTo>
                <a:lnTo>
                  <a:pt x="92411" y="120908"/>
                </a:lnTo>
                <a:cubicBezTo>
                  <a:pt x="90920" y="123286"/>
                  <a:pt x="88365" y="124776"/>
                  <a:pt x="85562" y="124918"/>
                </a:cubicBezTo>
                <a:cubicBezTo>
                  <a:pt x="82758" y="125060"/>
                  <a:pt x="80061" y="123782"/>
                  <a:pt x="78393" y="121511"/>
                </a:cubicBezTo>
                <a:lnTo>
                  <a:pt x="61359" y="98799"/>
                </a:lnTo>
                <a:cubicBezTo>
                  <a:pt x="58520" y="95037"/>
                  <a:pt x="59301" y="89714"/>
                  <a:pt x="63062" y="86875"/>
                </a:cubicBezTo>
                <a:cubicBezTo>
                  <a:pt x="66824" y="84036"/>
                  <a:pt x="72147" y="84817"/>
                  <a:pt x="74986" y="88578"/>
                </a:cubicBezTo>
                <a:lnTo>
                  <a:pt x="84568" y="101354"/>
                </a:lnTo>
                <a:lnTo>
                  <a:pt x="106358" y="66469"/>
                </a:lnTo>
                <a:cubicBezTo>
                  <a:pt x="108842" y="62495"/>
                  <a:pt x="114094" y="61252"/>
                  <a:pt x="118104" y="63772"/>
                </a:cubicBezTo>
                <a:cubicBezTo>
                  <a:pt x="122114" y="66292"/>
                  <a:pt x="123321" y="71508"/>
                  <a:pt x="120801" y="75519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57" name="Shape 55"/>
          <p:cNvSpPr/>
          <p:nvPr/>
        </p:nvSpPr>
        <p:spPr>
          <a:xfrm>
            <a:off x="6176856" y="3314189"/>
            <a:ext cx="5647204" cy="3176098"/>
          </a:xfrm>
          <a:custGeom>
            <a:avLst/>
            <a:gdLst/>
            <a:ahLst/>
            <a:cxnLst/>
            <a:rect l="l" t="t" r="r" b="b"/>
            <a:pathLst>
              <a:path w="5647204" h="3176098">
                <a:moveTo>
                  <a:pt x="145370" y="0"/>
                </a:moveTo>
                <a:lnTo>
                  <a:pt x="5501834" y="0"/>
                </a:lnTo>
                <a:cubicBezTo>
                  <a:pt x="5582119" y="0"/>
                  <a:pt x="5647204" y="65084"/>
                  <a:pt x="5647204" y="145370"/>
                </a:cubicBezTo>
                <a:lnTo>
                  <a:pt x="5647204" y="3030728"/>
                </a:lnTo>
                <a:cubicBezTo>
                  <a:pt x="5647204" y="3111013"/>
                  <a:pt x="5582119" y="3176098"/>
                  <a:pt x="5501834" y="3176098"/>
                </a:cubicBezTo>
                <a:lnTo>
                  <a:pt x="145370" y="3176098"/>
                </a:lnTo>
                <a:cubicBezTo>
                  <a:pt x="65084" y="3176098"/>
                  <a:pt x="0" y="3111013"/>
                  <a:pt x="0" y="3030728"/>
                </a:cubicBezTo>
                <a:lnTo>
                  <a:pt x="0" y="145370"/>
                </a:lnTo>
                <a:cubicBezTo>
                  <a:pt x="0" y="65138"/>
                  <a:pt x="65138" y="0"/>
                  <a:pt x="145370" y="0"/>
                </a:cubicBezTo>
                <a:close/>
              </a:path>
            </a:pathLst>
          </a:custGeom>
          <a:gradFill rotWithShape="1" flip="none">
            <a:gsLst>
              <a:gs pos="0">
                <a:srgbClr val="EE9B00">
                  <a:alpha val="20000"/>
                </a:srgbClr>
              </a:gs>
              <a:gs pos="100000">
                <a:srgbClr val="EE9B00">
                  <a:alpha val="5000"/>
                </a:srgbClr>
              </a:gs>
            </a:gsLst>
            <a:lin ang="2700000" scaled="1"/>
          </a:gradFill>
          <a:ln w="20320">
            <a:solidFill>
              <a:srgbClr val="EE9B00">
                <a:alpha val="3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63552" y="3503157"/>
            <a:ext cx="158987" cy="181699"/>
          </a:xfrm>
          <a:custGeom>
            <a:avLst/>
            <a:gdLst/>
            <a:ahLst/>
            <a:cxnLst/>
            <a:rect l="l" t="t" r="r" b="b"/>
            <a:pathLst>
              <a:path w="158987" h="181699">
                <a:moveTo>
                  <a:pt x="68137" y="45425"/>
                </a:moveTo>
                <a:cubicBezTo>
                  <a:pt x="68137" y="26622"/>
                  <a:pt x="52872" y="11356"/>
                  <a:pt x="34069" y="11356"/>
                </a:cubicBezTo>
                <a:cubicBezTo>
                  <a:pt x="15266" y="11356"/>
                  <a:pt x="0" y="26622"/>
                  <a:pt x="0" y="45425"/>
                </a:cubicBezTo>
                <a:cubicBezTo>
                  <a:pt x="0" y="64228"/>
                  <a:pt x="15266" y="79493"/>
                  <a:pt x="34069" y="79493"/>
                </a:cubicBezTo>
                <a:cubicBezTo>
                  <a:pt x="52872" y="79493"/>
                  <a:pt x="68137" y="64228"/>
                  <a:pt x="68137" y="45425"/>
                </a:cubicBezTo>
                <a:close/>
                <a:moveTo>
                  <a:pt x="158987" y="136274"/>
                </a:moveTo>
                <a:cubicBezTo>
                  <a:pt x="158987" y="117471"/>
                  <a:pt x="143721" y="102206"/>
                  <a:pt x="124918" y="102206"/>
                </a:cubicBezTo>
                <a:cubicBezTo>
                  <a:pt x="106115" y="102206"/>
                  <a:pt x="90849" y="117471"/>
                  <a:pt x="90849" y="136274"/>
                </a:cubicBezTo>
                <a:cubicBezTo>
                  <a:pt x="90849" y="155077"/>
                  <a:pt x="106115" y="170343"/>
                  <a:pt x="124918" y="170343"/>
                </a:cubicBezTo>
                <a:cubicBezTo>
                  <a:pt x="143721" y="170343"/>
                  <a:pt x="158987" y="155077"/>
                  <a:pt x="158987" y="136274"/>
                </a:cubicBezTo>
                <a:close/>
                <a:moveTo>
                  <a:pt x="155651" y="30733"/>
                </a:moveTo>
                <a:cubicBezTo>
                  <a:pt x="160087" y="26297"/>
                  <a:pt x="160087" y="19093"/>
                  <a:pt x="155651" y="14657"/>
                </a:cubicBezTo>
                <a:cubicBezTo>
                  <a:pt x="151215" y="10221"/>
                  <a:pt x="144011" y="10221"/>
                  <a:pt x="139575" y="14657"/>
                </a:cubicBezTo>
                <a:lnTo>
                  <a:pt x="3300" y="150931"/>
                </a:lnTo>
                <a:cubicBezTo>
                  <a:pt x="-1136" y="155367"/>
                  <a:pt x="-1136" y="162571"/>
                  <a:pt x="3300" y="167007"/>
                </a:cubicBezTo>
                <a:cubicBezTo>
                  <a:pt x="7736" y="171443"/>
                  <a:pt x="14940" y="171443"/>
                  <a:pt x="19376" y="167007"/>
                </a:cubicBezTo>
                <a:lnTo>
                  <a:pt x="155651" y="30733"/>
                </a:ln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59" name="Text 57"/>
          <p:cNvSpPr/>
          <p:nvPr/>
        </p:nvSpPr>
        <p:spPr>
          <a:xfrm>
            <a:off x="6556607" y="3466817"/>
            <a:ext cx="5205675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Чегирма стратегияси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29483" y="3830215"/>
            <a:ext cx="5341949" cy="654116"/>
          </a:xfrm>
          <a:custGeom>
            <a:avLst/>
            <a:gdLst/>
            <a:ahLst/>
            <a:cxnLst/>
            <a:rect l="l" t="t" r="r" b="b"/>
            <a:pathLst>
              <a:path w="5341949" h="654116">
                <a:moveTo>
                  <a:pt x="109022" y="0"/>
                </a:moveTo>
                <a:lnTo>
                  <a:pt x="5232928" y="0"/>
                </a:lnTo>
                <a:cubicBezTo>
                  <a:pt x="5293139" y="0"/>
                  <a:pt x="5341949" y="48811"/>
                  <a:pt x="5341949" y="109022"/>
                </a:cubicBezTo>
                <a:lnTo>
                  <a:pt x="5341949" y="545095"/>
                </a:lnTo>
                <a:cubicBezTo>
                  <a:pt x="5341949" y="605306"/>
                  <a:pt x="5293139" y="654116"/>
                  <a:pt x="5232928" y="654116"/>
                </a:cubicBezTo>
                <a:lnTo>
                  <a:pt x="109022" y="654116"/>
                </a:lnTo>
                <a:cubicBezTo>
                  <a:pt x="48811" y="654116"/>
                  <a:pt x="0" y="605306"/>
                  <a:pt x="0" y="545095"/>
                </a:cubicBezTo>
                <a:lnTo>
                  <a:pt x="0" y="109022"/>
                </a:lnTo>
                <a:cubicBezTo>
                  <a:pt x="0" y="48851"/>
                  <a:pt x="48851" y="0"/>
                  <a:pt x="10902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6438503" y="3939234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72681" y="0"/>
                </a:moveTo>
                <a:lnTo>
                  <a:pt x="363396" y="0"/>
                </a:lnTo>
                <a:cubicBezTo>
                  <a:pt x="403510" y="0"/>
                  <a:pt x="436077" y="32567"/>
                  <a:pt x="436077" y="72681"/>
                </a:cubicBezTo>
                <a:lnTo>
                  <a:pt x="436077" y="363396"/>
                </a:lnTo>
                <a:cubicBezTo>
                  <a:pt x="436077" y="403510"/>
                  <a:pt x="403510" y="436077"/>
                  <a:pt x="363396" y="436077"/>
                </a:cubicBezTo>
                <a:lnTo>
                  <a:pt x="72681" y="436077"/>
                </a:lnTo>
                <a:cubicBezTo>
                  <a:pt x="32567" y="436077"/>
                  <a:pt x="0" y="403510"/>
                  <a:pt x="0" y="363396"/>
                </a:cubicBezTo>
                <a:lnTo>
                  <a:pt x="0" y="72681"/>
                </a:lnTo>
                <a:cubicBezTo>
                  <a:pt x="0" y="32567"/>
                  <a:pt x="32567" y="0"/>
                  <a:pt x="72681" y="0"/>
                </a:cubicBezTo>
                <a:close/>
              </a:path>
            </a:pathLst>
          </a:custGeom>
          <a:solidFill>
            <a:srgbClr val="0A9396">
              <a:alpha val="1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577048" y="4066424"/>
            <a:ext cx="158987" cy="181699"/>
          </a:xfrm>
          <a:custGeom>
            <a:avLst/>
            <a:gdLst/>
            <a:ahLst/>
            <a:cxnLst/>
            <a:rect l="l" t="t" r="r" b="b"/>
            <a:pathLst>
              <a:path w="158987" h="181699">
                <a:moveTo>
                  <a:pt x="45425" y="0"/>
                </a:moveTo>
                <a:cubicBezTo>
                  <a:pt x="39143" y="0"/>
                  <a:pt x="34069" y="5075"/>
                  <a:pt x="34069" y="11356"/>
                </a:cubicBezTo>
                <a:lnTo>
                  <a:pt x="34069" y="22712"/>
                </a:lnTo>
                <a:lnTo>
                  <a:pt x="22712" y="22712"/>
                </a:lnTo>
                <a:cubicBezTo>
                  <a:pt x="10185" y="22712"/>
                  <a:pt x="0" y="32897"/>
                  <a:pt x="0" y="45425"/>
                </a:cubicBezTo>
                <a:lnTo>
                  <a:pt x="0" y="62459"/>
                </a:lnTo>
                <a:lnTo>
                  <a:pt x="158987" y="62459"/>
                </a:lnTo>
                <a:lnTo>
                  <a:pt x="158987" y="45425"/>
                </a:lnTo>
                <a:cubicBezTo>
                  <a:pt x="158987" y="32897"/>
                  <a:pt x="148802" y="22712"/>
                  <a:pt x="136274" y="22712"/>
                </a:cubicBezTo>
                <a:lnTo>
                  <a:pt x="124918" y="22712"/>
                </a:lnTo>
                <a:lnTo>
                  <a:pt x="124918" y="11356"/>
                </a:lnTo>
                <a:cubicBezTo>
                  <a:pt x="124918" y="5075"/>
                  <a:pt x="119843" y="0"/>
                  <a:pt x="113562" y="0"/>
                </a:cubicBezTo>
                <a:cubicBezTo>
                  <a:pt x="107280" y="0"/>
                  <a:pt x="102206" y="5075"/>
                  <a:pt x="102206" y="11356"/>
                </a:cubicBezTo>
                <a:lnTo>
                  <a:pt x="102206" y="22712"/>
                </a:lnTo>
                <a:lnTo>
                  <a:pt x="56781" y="22712"/>
                </a:lnTo>
                <a:lnTo>
                  <a:pt x="56781" y="11356"/>
                </a:lnTo>
                <a:cubicBezTo>
                  <a:pt x="56781" y="5075"/>
                  <a:pt x="51706" y="0"/>
                  <a:pt x="45425" y="0"/>
                </a:cubicBezTo>
                <a:close/>
                <a:moveTo>
                  <a:pt x="0" y="79493"/>
                </a:moveTo>
                <a:lnTo>
                  <a:pt x="0" y="147630"/>
                </a:lnTo>
                <a:cubicBezTo>
                  <a:pt x="0" y="160158"/>
                  <a:pt x="10185" y="170343"/>
                  <a:pt x="22712" y="170343"/>
                </a:cubicBezTo>
                <a:lnTo>
                  <a:pt x="136274" y="170343"/>
                </a:lnTo>
                <a:cubicBezTo>
                  <a:pt x="148802" y="170343"/>
                  <a:pt x="158987" y="160158"/>
                  <a:pt x="158987" y="147630"/>
                </a:cubicBezTo>
                <a:lnTo>
                  <a:pt x="158987" y="79493"/>
                </a:lnTo>
                <a:lnTo>
                  <a:pt x="0" y="79493"/>
                </a:ln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63" name="Text 61"/>
          <p:cNvSpPr/>
          <p:nvPr/>
        </p:nvSpPr>
        <p:spPr>
          <a:xfrm>
            <a:off x="6983600" y="4048254"/>
            <a:ext cx="363398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ой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083864" y="3939234"/>
            <a:ext cx="481502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31" b="1" dirty="0">
                <a:solidFill>
                  <a:srgbClr val="0A93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15%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111119" y="4193613"/>
            <a:ext cx="454247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1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тежаш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29483" y="4557011"/>
            <a:ext cx="5341949" cy="654116"/>
          </a:xfrm>
          <a:custGeom>
            <a:avLst/>
            <a:gdLst/>
            <a:ahLst/>
            <a:cxnLst/>
            <a:rect l="l" t="t" r="r" b="b"/>
            <a:pathLst>
              <a:path w="5341949" h="654116">
                <a:moveTo>
                  <a:pt x="109022" y="0"/>
                </a:moveTo>
                <a:lnTo>
                  <a:pt x="5232928" y="0"/>
                </a:lnTo>
                <a:cubicBezTo>
                  <a:pt x="5293139" y="0"/>
                  <a:pt x="5341949" y="48811"/>
                  <a:pt x="5341949" y="109022"/>
                </a:cubicBezTo>
                <a:lnTo>
                  <a:pt x="5341949" y="545095"/>
                </a:lnTo>
                <a:cubicBezTo>
                  <a:pt x="5341949" y="605306"/>
                  <a:pt x="5293139" y="654116"/>
                  <a:pt x="5232928" y="654116"/>
                </a:cubicBezTo>
                <a:lnTo>
                  <a:pt x="109022" y="654116"/>
                </a:lnTo>
                <a:cubicBezTo>
                  <a:pt x="48811" y="654116"/>
                  <a:pt x="0" y="605306"/>
                  <a:pt x="0" y="545095"/>
                </a:cubicBezTo>
                <a:lnTo>
                  <a:pt x="0" y="109022"/>
                </a:lnTo>
                <a:cubicBezTo>
                  <a:pt x="0" y="48851"/>
                  <a:pt x="48851" y="0"/>
                  <a:pt x="10902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6438503" y="4666030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72681" y="0"/>
                </a:moveTo>
                <a:lnTo>
                  <a:pt x="363396" y="0"/>
                </a:lnTo>
                <a:cubicBezTo>
                  <a:pt x="403510" y="0"/>
                  <a:pt x="436077" y="32567"/>
                  <a:pt x="436077" y="72681"/>
                </a:cubicBezTo>
                <a:lnTo>
                  <a:pt x="436077" y="363396"/>
                </a:lnTo>
                <a:cubicBezTo>
                  <a:pt x="436077" y="403510"/>
                  <a:pt x="403510" y="436077"/>
                  <a:pt x="363396" y="436077"/>
                </a:cubicBezTo>
                <a:lnTo>
                  <a:pt x="72681" y="436077"/>
                </a:lnTo>
                <a:cubicBezTo>
                  <a:pt x="32567" y="436077"/>
                  <a:pt x="0" y="403510"/>
                  <a:pt x="0" y="363396"/>
                </a:cubicBezTo>
                <a:lnTo>
                  <a:pt x="0" y="72681"/>
                </a:lnTo>
                <a:cubicBezTo>
                  <a:pt x="0" y="32567"/>
                  <a:pt x="32567" y="0"/>
                  <a:pt x="72681" y="0"/>
                </a:cubicBezTo>
                <a:close/>
              </a:path>
            </a:pathLst>
          </a:custGeom>
          <a:solidFill>
            <a:srgbClr val="005F73">
              <a:alpha val="10196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6577048" y="4793219"/>
            <a:ext cx="158987" cy="181699"/>
          </a:xfrm>
          <a:custGeom>
            <a:avLst/>
            <a:gdLst/>
            <a:ahLst/>
            <a:cxnLst/>
            <a:rect l="l" t="t" r="r" b="b"/>
            <a:pathLst>
              <a:path w="158987" h="181699">
                <a:moveTo>
                  <a:pt x="45425" y="0"/>
                </a:moveTo>
                <a:cubicBezTo>
                  <a:pt x="51706" y="0"/>
                  <a:pt x="56781" y="5075"/>
                  <a:pt x="56781" y="11356"/>
                </a:cubicBezTo>
                <a:lnTo>
                  <a:pt x="56781" y="22712"/>
                </a:lnTo>
                <a:lnTo>
                  <a:pt x="102206" y="22712"/>
                </a:lnTo>
                <a:lnTo>
                  <a:pt x="102206" y="11356"/>
                </a:lnTo>
                <a:cubicBezTo>
                  <a:pt x="102206" y="5075"/>
                  <a:pt x="107280" y="0"/>
                  <a:pt x="113562" y="0"/>
                </a:cubicBezTo>
                <a:cubicBezTo>
                  <a:pt x="119843" y="0"/>
                  <a:pt x="124918" y="5075"/>
                  <a:pt x="124918" y="11356"/>
                </a:cubicBezTo>
                <a:lnTo>
                  <a:pt x="124918" y="22712"/>
                </a:lnTo>
                <a:lnTo>
                  <a:pt x="136274" y="22712"/>
                </a:lnTo>
                <a:cubicBezTo>
                  <a:pt x="148802" y="22712"/>
                  <a:pt x="158987" y="32897"/>
                  <a:pt x="158987" y="45425"/>
                </a:cubicBezTo>
                <a:lnTo>
                  <a:pt x="158987" y="147630"/>
                </a:lnTo>
                <a:cubicBezTo>
                  <a:pt x="158987" y="160158"/>
                  <a:pt x="148802" y="170343"/>
                  <a:pt x="136274" y="170343"/>
                </a:cubicBezTo>
                <a:lnTo>
                  <a:pt x="22712" y="170343"/>
                </a:lnTo>
                <a:cubicBezTo>
                  <a:pt x="10185" y="170343"/>
                  <a:pt x="0" y="160158"/>
                  <a:pt x="0" y="147630"/>
                </a:cubicBezTo>
                <a:lnTo>
                  <a:pt x="0" y="45425"/>
                </a:lnTo>
                <a:cubicBezTo>
                  <a:pt x="0" y="32897"/>
                  <a:pt x="10185" y="22712"/>
                  <a:pt x="22712" y="22712"/>
                </a:cubicBezTo>
                <a:lnTo>
                  <a:pt x="34069" y="22712"/>
                </a:lnTo>
                <a:lnTo>
                  <a:pt x="34069" y="11356"/>
                </a:lnTo>
                <a:cubicBezTo>
                  <a:pt x="34069" y="5075"/>
                  <a:pt x="39143" y="0"/>
                  <a:pt x="45425" y="0"/>
                </a:cubicBezTo>
                <a:close/>
                <a:moveTo>
                  <a:pt x="22712" y="85171"/>
                </a:moveTo>
                <a:lnTo>
                  <a:pt x="22712" y="96528"/>
                </a:lnTo>
                <a:cubicBezTo>
                  <a:pt x="22712" y="99651"/>
                  <a:pt x="25268" y="102206"/>
                  <a:pt x="28390" y="102206"/>
                </a:cubicBezTo>
                <a:lnTo>
                  <a:pt x="39747" y="102206"/>
                </a:lnTo>
                <a:cubicBezTo>
                  <a:pt x="42870" y="102206"/>
                  <a:pt x="45425" y="99651"/>
                  <a:pt x="45425" y="96528"/>
                </a:cubicBezTo>
                <a:lnTo>
                  <a:pt x="45425" y="85171"/>
                </a:lnTo>
                <a:cubicBezTo>
                  <a:pt x="45425" y="82048"/>
                  <a:pt x="42870" y="79493"/>
                  <a:pt x="39747" y="79493"/>
                </a:cubicBezTo>
                <a:lnTo>
                  <a:pt x="28390" y="79493"/>
                </a:lnTo>
                <a:cubicBezTo>
                  <a:pt x="25268" y="79493"/>
                  <a:pt x="22712" y="82048"/>
                  <a:pt x="22712" y="85171"/>
                </a:cubicBezTo>
                <a:close/>
                <a:moveTo>
                  <a:pt x="68137" y="85171"/>
                </a:moveTo>
                <a:lnTo>
                  <a:pt x="68137" y="96528"/>
                </a:lnTo>
                <a:cubicBezTo>
                  <a:pt x="68137" y="99651"/>
                  <a:pt x="70692" y="102206"/>
                  <a:pt x="73815" y="102206"/>
                </a:cubicBezTo>
                <a:lnTo>
                  <a:pt x="85171" y="102206"/>
                </a:lnTo>
                <a:cubicBezTo>
                  <a:pt x="88294" y="102206"/>
                  <a:pt x="90849" y="99651"/>
                  <a:pt x="90849" y="96528"/>
                </a:cubicBezTo>
                <a:lnTo>
                  <a:pt x="90849" y="85171"/>
                </a:lnTo>
                <a:cubicBezTo>
                  <a:pt x="90849" y="82048"/>
                  <a:pt x="88294" y="79493"/>
                  <a:pt x="85171" y="79493"/>
                </a:cubicBezTo>
                <a:lnTo>
                  <a:pt x="73815" y="79493"/>
                </a:lnTo>
                <a:cubicBezTo>
                  <a:pt x="70692" y="79493"/>
                  <a:pt x="68137" y="82048"/>
                  <a:pt x="68137" y="85171"/>
                </a:cubicBezTo>
                <a:close/>
                <a:moveTo>
                  <a:pt x="119240" y="79493"/>
                </a:moveTo>
                <a:cubicBezTo>
                  <a:pt x="116117" y="79493"/>
                  <a:pt x="113562" y="82048"/>
                  <a:pt x="113562" y="85171"/>
                </a:cubicBezTo>
                <a:lnTo>
                  <a:pt x="113562" y="96528"/>
                </a:lnTo>
                <a:cubicBezTo>
                  <a:pt x="113562" y="99651"/>
                  <a:pt x="116117" y="102206"/>
                  <a:pt x="119240" y="102206"/>
                </a:cubicBezTo>
                <a:lnTo>
                  <a:pt x="130596" y="102206"/>
                </a:lnTo>
                <a:cubicBezTo>
                  <a:pt x="133719" y="102206"/>
                  <a:pt x="136274" y="99651"/>
                  <a:pt x="136274" y="96528"/>
                </a:cubicBezTo>
                <a:lnTo>
                  <a:pt x="136274" y="85171"/>
                </a:lnTo>
                <a:cubicBezTo>
                  <a:pt x="136274" y="82048"/>
                  <a:pt x="133719" y="79493"/>
                  <a:pt x="130596" y="79493"/>
                </a:cubicBezTo>
                <a:lnTo>
                  <a:pt x="119240" y="79493"/>
                </a:lnTo>
                <a:close/>
                <a:moveTo>
                  <a:pt x="22712" y="130596"/>
                </a:moveTo>
                <a:lnTo>
                  <a:pt x="22712" y="141952"/>
                </a:lnTo>
                <a:cubicBezTo>
                  <a:pt x="22712" y="145075"/>
                  <a:pt x="25268" y="147630"/>
                  <a:pt x="28390" y="147630"/>
                </a:cubicBezTo>
                <a:lnTo>
                  <a:pt x="39747" y="147630"/>
                </a:lnTo>
                <a:cubicBezTo>
                  <a:pt x="42870" y="147630"/>
                  <a:pt x="45425" y="145075"/>
                  <a:pt x="45425" y="141952"/>
                </a:cubicBezTo>
                <a:lnTo>
                  <a:pt x="45425" y="130596"/>
                </a:lnTo>
                <a:cubicBezTo>
                  <a:pt x="45425" y="127473"/>
                  <a:pt x="42870" y="124918"/>
                  <a:pt x="39747" y="124918"/>
                </a:cubicBezTo>
                <a:lnTo>
                  <a:pt x="28390" y="124918"/>
                </a:lnTo>
                <a:cubicBezTo>
                  <a:pt x="25268" y="124918"/>
                  <a:pt x="22712" y="127473"/>
                  <a:pt x="22712" y="130596"/>
                </a:cubicBezTo>
                <a:close/>
                <a:moveTo>
                  <a:pt x="73815" y="124918"/>
                </a:moveTo>
                <a:cubicBezTo>
                  <a:pt x="70692" y="124918"/>
                  <a:pt x="68137" y="127473"/>
                  <a:pt x="68137" y="130596"/>
                </a:cubicBezTo>
                <a:lnTo>
                  <a:pt x="68137" y="141952"/>
                </a:lnTo>
                <a:cubicBezTo>
                  <a:pt x="68137" y="145075"/>
                  <a:pt x="70692" y="147630"/>
                  <a:pt x="73815" y="147630"/>
                </a:cubicBezTo>
                <a:lnTo>
                  <a:pt x="85171" y="147630"/>
                </a:lnTo>
                <a:cubicBezTo>
                  <a:pt x="88294" y="147630"/>
                  <a:pt x="90849" y="145075"/>
                  <a:pt x="90849" y="141952"/>
                </a:cubicBezTo>
                <a:lnTo>
                  <a:pt x="90849" y="130596"/>
                </a:lnTo>
                <a:cubicBezTo>
                  <a:pt x="90849" y="127473"/>
                  <a:pt x="88294" y="124918"/>
                  <a:pt x="85171" y="124918"/>
                </a:cubicBezTo>
                <a:lnTo>
                  <a:pt x="73815" y="124918"/>
                </a:lnTo>
                <a:close/>
                <a:moveTo>
                  <a:pt x="113562" y="130596"/>
                </a:moveTo>
                <a:lnTo>
                  <a:pt x="113562" y="141952"/>
                </a:lnTo>
                <a:cubicBezTo>
                  <a:pt x="113562" y="145075"/>
                  <a:pt x="116117" y="147630"/>
                  <a:pt x="119240" y="147630"/>
                </a:cubicBezTo>
                <a:lnTo>
                  <a:pt x="130596" y="147630"/>
                </a:lnTo>
                <a:cubicBezTo>
                  <a:pt x="133719" y="147630"/>
                  <a:pt x="136274" y="145075"/>
                  <a:pt x="136274" y="141952"/>
                </a:cubicBezTo>
                <a:lnTo>
                  <a:pt x="136274" y="130596"/>
                </a:lnTo>
                <a:cubicBezTo>
                  <a:pt x="136274" y="127473"/>
                  <a:pt x="133719" y="124918"/>
                  <a:pt x="130596" y="124918"/>
                </a:cubicBezTo>
                <a:lnTo>
                  <a:pt x="119240" y="124918"/>
                </a:lnTo>
                <a:cubicBezTo>
                  <a:pt x="116117" y="124918"/>
                  <a:pt x="113562" y="127473"/>
                  <a:pt x="113562" y="130596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69" name="Text 67"/>
          <p:cNvSpPr/>
          <p:nvPr/>
        </p:nvSpPr>
        <p:spPr>
          <a:xfrm>
            <a:off x="6983600" y="4775049"/>
            <a:ext cx="426993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йил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083864" y="4666030"/>
            <a:ext cx="481502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31" b="1" dirty="0">
                <a:solidFill>
                  <a:srgbClr val="005F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1111119" y="4920409"/>
            <a:ext cx="454247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1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тежаш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29483" y="5283807"/>
            <a:ext cx="5341949" cy="654116"/>
          </a:xfrm>
          <a:custGeom>
            <a:avLst/>
            <a:gdLst/>
            <a:ahLst/>
            <a:cxnLst/>
            <a:rect l="l" t="t" r="r" b="b"/>
            <a:pathLst>
              <a:path w="5341949" h="654116">
                <a:moveTo>
                  <a:pt x="109022" y="0"/>
                </a:moveTo>
                <a:lnTo>
                  <a:pt x="5232928" y="0"/>
                </a:lnTo>
                <a:cubicBezTo>
                  <a:pt x="5293139" y="0"/>
                  <a:pt x="5341949" y="48811"/>
                  <a:pt x="5341949" y="109022"/>
                </a:cubicBezTo>
                <a:lnTo>
                  <a:pt x="5341949" y="545095"/>
                </a:lnTo>
                <a:cubicBezTo>
                  <a:pt x="5341949" y="605306"/>
                  <a:pt x="5293139" y="654116"/>
                  <a:pt x="5232928" y="654116"/>
                </a:cubicBezTo>
                <a:lnTo>
                  <a:pt x="109022" y="654116"/>
                </a:lnTo>
                <a:cubicBezTo>
                  <a:pt x="48811" y="654116"/>
                  <a:pt x="0" y="605306"/>
                  <a:pt x="0" y="545095"/>
                </a:cubicBezTo>
                <a:lnTo>
                  <a:pt x="0" y="109022"/>
                </a:lnTo>
                <a:cubicBezTo>
                  <a:pt x="0" y="48851"/>
                  <a:pt x="48851" y="0"/>
                  <a:pt x="10902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3" name="Shape 71"/>
          <p:cNvSpPr/>
          <p:nvPr/>
        </p:nvSpPr>
        <p:spPr>
          <a:xfrm>
            <a:off x="6438503" y="5392826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72681" y="0"/>
                </a:moveTo>
                <a:lnTo>
                  <a:pt x="363396" y="0"/>
                </a:lnTo>
                <a:cubicBezTo>
                  <a:pt x="403510" y="0"/>
                  <a:pt x="436077" y="32567"/>
                  <a:pt x="436077" y="72681"/>
                </a:cubicBezTo>
                <a:lnTo>
                  <a:pt x="436077" y="363396"/>
                </a:lnTo>
                <a:cubicBezTo>
                  <a:pt x="436077" y="403510"/>
                  <a:pt x="403510" y="436077"/>
                  <a:pt x="363396" y="436077"/>
                </a:cubicBezTo>
                <a:lnTo>
                  <a:pt x="72681" y="436077"/>
                </a:lnTo>
                <a:cubicBezTo>
                  <a:pt x="32567" y="436077"/>
                  <a:pt x="0" y="403510"/>
                  <a:pt x="0" y="363396"/>
                </a:cubicBezTo>
                <a:lnTo>
                  <a:pt x="0" y="72681"/>
                </a:lnTo>
                <a:cubicBezTo>
                  <a:pt x="0" y="32567"/>
                  <a:pt x="32567" y="0"/>
                  <a:pt x="72681" y="0"/>
                </a:cubicBezTo>
                <a:close/>
              </a:path>
            </a:pathLst>
          </a:custGeom>
          <a:solidFill>
            <a:srgbClr val="EE9B00">
              <a:alpha val="10196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6577048" y="5520015"/>
            <a:ext cx="158987" cy="181699"/>
          </a:xfrm>
          <a:custGeom>
            <a:avLst/>
            <a:gdLst/>
            <a:ahLst/>
            <a:cxnLst/>
            <a:rect l="l" t="t" r="r" b="b"/>
            <a:pathLst>
              <a:path w="158987" h="181699">
                <a:moveTo>
                  <a:pt x="45425" y="0"/>
                </a:moveTo>
                <a:cubicBezTo>
                  <a:pt x="51706" y="0"/>
                  <a:pt x="56781" y="5075"/>
                  <a:pt x="56781" y="11356"/>
                </a:cubicBezTo>
                <a:lnTo>
                  <a:pt x="56781" y="22712"/>
                </a:lnTo>
                <a:lnTo>
                  <a:pt x="102206" y="22712"/>
                </a:lnTo>
                <a:lnTo>
                  <a:pt x="102206" y="11356"/>
                </a:lnTo>
                <a:cubicBezTo>
                  <a:pt x="102206" y="5075"/>
                  <a:pt x="107280" y="0"/>
                  <a:pt x="113562" y="0"/>
                </a:cubicBezTo>
                <a:cubicBezTo>
                  <a:pt x="119843" y="0"/>
                  <a:pt x="124918" y="5075"/>
                  <a:pt x="124918" y="11356"/>
                </a:cubicBezTo>
                <a:lnTo>
                  <a:pt x="124918" y="22712"/>
                </a:lnTo>
                <a:lnTo>
                  <a:pt x="136274" y="22712"/>
                </a:lnTo>
                <a:cubicBezTo>
                  <a:pt x="148802" y="22712"/>
                  <a:pt x="158987" y="32897"/>
                  <a:pt x="158987" y="45425"/>
                </a:cubicBezTo>
                <a:lnTo>
                  <a:pt x="158987" y="147630"/>
                </a:lnTo>
                <a:cubicBezTo>
                  <a:pt x="158987" y="160158"/>
                  <a:pt x="148802" y="170343"/>
                  <a:pt x="136274" y="170343"/>
                </a:cubicBezTo>
                <a:lnTo>
                  <a:pt x="22712" y="170343"/>
                </a:lnTo>
                <a:cubicBezTo>
                  <a:pt x="10185" y="170343"/>
                  <a:pt x="0" y="160158"/>
                  <a:pt x="0" y="147630"/>
                </a:cubicBezTo>
                <a:lnTo>
                  <a:pt x="0" y="45425"/>
                </a:lnTo>
                <a:cubicBezTo>
                  <a:pt x="0" y="32897"/>
                  <a:pt x="10185" y="22712"/>
                  <a:pt x="22712" y="22712"/>
                </a:cubicBezTo>
                <a:lnTo>
                  <a:pt x="34069" y="22712"/>
                </a:lnTo>
                <a:lnTo>
                  <a:pt x="34069" y="11356"/>
                </a:lnTo>
                <a:cubicBezTo>
                  <a:pt x="34069" y="5075"/>
                  <a:pt x="39143" y="0"/>
                  <a:pt x="45425" y="0"/>
                </a:cubicBezTo>
                <a:close/>
                <a:moveTo>
                  <a:pt x="109445" y="81161"/>
                </a:moveTo>
                <a:cubicBezTo>
                  <a:pt x="111929" y="77187"/>
                  <a:pt x="110723" y="71934"/>
                  <a:pt x="106748" y="69415"/>
                </a:cubicBezTo>
                <a:cubicBezTo>
                  <a:pt x="102773" y="66895"/>
                  <a:pt x="97521" y="68137"/>
                  <a:pt x="95002" y="72112"/>
                </a:cubicBezTo>
                <a:lnTo>
                  <a:pt x="73212" y="106997"/>
                </a:lnTo>
                <a:lnTo>
                  <a:pt x="63630" y="94221"/>
                </a:lnTo>
                <a:cubicBezTo>
                  <a:pt x="60791" y="90459"/>
                  <a:pt x="55468" y="89678"/>
                  <a:pt x="51706" y="92517"/>
                </a:cubicBezTo>
                <a:cubicBezTo>
                  <a:pt x="47944" y="95356"/>
                  <a:pt x="47164" y="100680"/>
                  <a:pt x="50003" y="104441"/>
                </a:cubicBezTo>
                <a:lnTo>
                  <a:pt x="67037" y="127154"/>
                </a:lnTo>
                <a:cubicBezTo>
                  <a:pt x="68705" y="129390"/>
                  <a:pt x="71402" y="130667"/>
                  <a:pt x="74206" y="130561"/>
                </a:cubicBezTo>
                <a:cubicBezTo>
                  <a:pt x="77009" y="130454"/>
                  <a:pt x="79564" y="128964"/>
                  <a:pt x="81055" y="126550"/>
                </a:cubicBezTo>
                <a:lnTo>
                  <a:pt x="109445" y="81126"/>
                </a:ln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75" name="Text 73"/>
          <p:cNvSpPr/>
          <p:nvPr/>
        </p:nvSpPr>
        <p:spPr>
          <a:xfrm>
            <a:off x="6983600" y="5501845"/>
            <a:ext cx="454247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йил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1083864" y="5392826"/>
            <a:ext cx="481502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31" b="1" dirty="0">
                <a:solidFill>
                  <a:srgbClr val="EE9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1111119" y="5647204"/>
            <a:ext cx="454247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1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тежаш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329483" y="6010602"/>
            <a:ext cx="5341949" cy="327058"/>
          </a:xfrm>
          <a:custGeom>
            <a:avLst/>
            <a:gdLst/>
            <a:ahLst/>
            <a:cxnLst/>
            <a:rect l="l" t="t" r="r" b="b"/>
            <a:pathLst>
              <a:path w="5341949" h="327058">
                <a:moveTo>
                  <a:pt x="72679" y="0"/>
                </a:moveTo>
                <a:lnTo>
                  <a:pt x="5269270" y="0"/>
                </a:lnTo>
                <a:cubicBezTo>
                  <a:pt x="5309410" y="0"/>
                  <a:pt x="5341949" y="32539"/>
                  <a:pt x="5341949" y="72679"/>
                </a:cubicBezTo>
                <a:lnTo>
                  <a:pt x="5341949" y="254379"/>
                </a:lnTo>
                <a:cubicBezTo>
                  <a:pt x="5341949" y="294519"/>
                  <a:pt x="5309410" y="327058"/>
                  <a:pt x="5269270" y="327058"/>
                </a:cubicBezTo>
                <a:lnTo>
                  <a:pt x="72679" y="327058"/>
                </a:lnTo>
                <a:cubicBezTo>
                  <a:pt x="32539" y="327058"/>
                  <a:pt x="0" y="294519"/>
                  <a:pt x="0" y="254379"/>
                </a:cubicBezTo>
                <a:lnTo>
                  <a:pt x="0" y="72679"/>
                </a:lnTo>
                <a:cubicBezTo>
                  <a:pt x="0" y="32566"/>
                  <a:pt x="32566" y="0"/>
                  <a:pt x="72679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7158257" y="6105085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63595" y="127189"/>
                </a:moveTo>
                <a:cubicBezTo>
                  <a:pt x="98693" y="127189"/>
                  <a:pt x="127189" y="98693"/>
                  <a:pt x="127189" y="63595"/>
                </a:cubicBezTo>
                <a:cubicBezTo>
                  <a:pt x="127189" y="28496"/>
                  <a:pt x="98693" y="0"/>
                  <a:pt x="63595" y="0"/>
                </a:cubicBezTo>
                <a:cubicBezTo>
                  <a:pt x="28496" y="0"/>
                  <a:pt x="0" y="28496"/>
                  <a:pt x="0" y="63595"/>
                </a:cubicBezTo>
                <a:cubicBezTo>
                  <a:pt x="0" y="98693"/>
                  <a:pt x="28496" y="127189"/>
                  <a:pt x="63595" y="127189"/>
                </a:cubicBezTo>
                <a:close/>
                <a:moveTo>
                  <a:pt x="55645" y="39747"/>
                </a:moveTo>
                <a:cubicBezTo>
                  <a:pt x="55645" y="35359"/>
                  <a:pt x="59207" y="31797"/>
                  <a:pt x="63595" y="31797"/>
                </a:cubicBezTo>
                <a:cubicBezTo>
                  <a:pt x="67982" y="31797"/>
                  <a:pt x="71544" y="35359"/>
                  <a:pt x="71544" y="39747"/>
                </a:cubicBezTo>
                <a:cubicBezTo>
                  <a:pt x="71544" y="44134"/>
                  <a:pt x="67982" y="47696"/>
                  <a:pt x="63595" y="47696"/>
                </a:cubicBezTo>
                <a:cubicBezTo>
                  <a:pt x="59207" y="47696"/>
                  <a:pt x="55645" y="44134"/>
                  <a:pt x="55645" y="39747"/>
                </a:cubicBezTo>
                <a:close/>
                <a:moveTo>
                  <a:pt x="53658" y="55645"/>
                </a:moveTo>
                <a:lnTo>
                  <a:pt x="65582" y="55645"/>
                </a:lnTo>
                <a:cubicBezTo>
                  <a:pt x="68886" y="55645"/>
                  <a:pt x="71544" y="58303"/>
                  <a:pt x="71544" y="61607"/>
                </a:cubicBezTo>
                <a:lnTo>
                  <a:pt x="71544" y="83468"/>
                </a:lnTo>
                <a:lnTo>
                  <a:pt x="73531" y="83468"/>
                </a:lnTo>
                <a:cubicBezTo>
                  <a:pt x="76835" y="83468"/>
                  <a:pt x="79493" y="86126"/>
                  <a:pt x="79493" y="89430"/>
                </a:cubicBezTo>
                <a:cubicBezTo>
                  <a:pt x="79493" y="92734"/>
                  <a:pt x="76835" y="95392"/>
                  <a:pt x="73531" y="95392"/>
                </a:cubicBezTo>
                <a:lnTo>
                  <a:pt x="53658" y="95392"/>
                </a:lnTo>
                <a:cubicBezTo>
                  <a:pt x="50354" y="95392"/>
                  <a:pt x="47696" y="92734"/>
                  <a:pt x="47696" y="89430"/>
                </a:cubicBezTo>
                <a:cubicBezTo>
                  <a:pt x="47696" y="86126"/>
                  <a:pt x="50354" y="83468"/>
                  <a:pt x="53658" y="83468"/>
                </a:cubicBezTo>
                <a:lnTo>
                  <a:pt x="59620" y="83468"/>
                </a:lnTo>
                <a:lnTo>
                  <a:pt x="59620" y="67569"/>
                </a:lnTo>
                <a:lnTo>
                  <a:pt x="53658" y="67569"/>
                </a:lnTo>
                <a:cubicBezTo>
                  <a:pt x="50354" y="67569"/>
                  <a:pt x="47696" y="64911"/>
                  <a:pt x="47696" y="61607"/>
                </a:cubicBezTo>
                <a:cubicBezTo>
                  <a:pt x="47696" y="58303"/>
                  <a:pt x="50354" y="55645"/>
                  <a:pt x="53658" y="55645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80" name="Text 78"/>
          <p:cNvSpPr/>
          <p:nvPr/>
        </p:nvSpPr>
        <p:spPr>
          <a:xfrm>
            <a:off x="6487211" y="6010602"/>
            <a:ext cx="5216019" cy="327058"/>
          </a:xfrm>
          <a:prstGeom prst="rect">
            <a:avLst/>
          </a:prstGeom>
          <a:noFill/>
          <a:ln/>
        </p:spPr>
        <p:txBody>
          <a:bodyPr wrap="square" lIns="72680" tIns="72680" rIns="72680" bIns="7268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Неччи ўзоқ муддат — шунчи кўп тежаш. Бу LTV ни оширади.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95300"/>
            <a:ext cx="490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A93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RAQOBAT TAHLILI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5F7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Ечим + Рақобатчилар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25507" y="381000"/>
            <a:ext cx="15430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005F73">
                    <a:alpha val="1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47800"/>
            <a:ext cx="11430000" cy="3209925"/>
          </a:xfrm>
          <a:custGeom>
            <a:avLst/>
            <a:gdLst/>
            <a:ahLst/>
            <a:cxnLst/>
            <a:rect l="l" t="t" r="r" b="b"/>
            <a:pathLst>
              <a:path w="11430000" h="3209925">
                <a:moveTo>
                  <a:pt x="152407" y="0"/>
                </a:moveTo>
                <a:lnTo>
                  <a:pt x="11277593" y="0"/>
                </a:lnTo>
                <a:cubicBezTo>
                  <a:pt x="11361765" y="0"/>
                  <a:pt x="11430000" y="68235"/>
                  <a:pt x="11430000" y="152407"/>
                </a:cubicBezTo>
                <a:lnTo>
                  <a:pt x="11430000" y="3057518"/>
                </a:lnTo>
                <a:cubicBezTo>
                  <a:pt x="11430000" y="3141690"/>
                  <a:pt x="11361765" y="3209925"/>
                  <a:pt x="11277593" y="3209925"/>
                </a:cubicBezTo>
                <a:lnTo>
                  <a:pt x="152407" y="3209925"/>
                </a:lnTo>
                <a:cubicBezTo>
                  <a:pt x="68235" y="3209925"/>
                  <a:pt x="0" y="3141690"/>
                  <a:pt x="0" y="3057518"/>
                </a:cubicBezTo>
                <a:lnTo>
                  <a:pt x="0" y="152407"/>
                </a:lnTo>
                <a:cubicBezTo>
                  <a:pt x="0" y="68235"/>
                  <a:pt x="68235" y="0"/>
                  <a:pt x="1524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1638300"/>
          <a:ext cx="11049000" cy="2828925"/>
        </p:xfrm>
        <a:graphic>
          <a:graphicData uri="http://schemas.openxmlformats.org/drawingml/2006/table">
            <a:tbl>
              <a:tblPr/>
              <a:tblGrid>
                <a:gridCol w="5143500"/>
                <a:gridCol w="2533650"/>
                <a:gridCol w="1752600"/>
                <a:gridCol w="1619250"/>
              </a:tblGrid>
              <a:tr h="471488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005F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Хусусият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5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005F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Smart Edu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5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Kundalik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5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Moodle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5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топшириқ яратиш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PDF/Word дан автоматик вазифа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Adaptive quiz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Талабага feedback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2125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Фокус натижага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F7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81000" y="4808220"/>
            <a:ext cx="2743200" cy="1409700"/>
          </a:xfrm>
          <a:custGeom>
            <a:avLst/>
            <a:gdLst/>
            <a:ahLst/>
            <a:cxnLst/>
            <a:rect l="l" t="t" r="r" b="b"/>
            <a:pathLst>
              <a:path w="2743200" h="1409700">
                <a:moveTo>
                  <a:pt x="152403" y="0"/>
                </a:moveTo>
                <a:lnTo>
                  <a:pt x="2590797" y="0"/>
                </a:lnTo>
                <a:cubicBezTo>
                  <a:pt x="2674967" y="0"/>
                  <a:pt x="2743200" y="68233"/>
                  <a:pt x="2743200" y="152403"/>
                </a:cubicBezTo>
                <a:lnTo>
                  <a:pt x="2743200" y="1257297"/>
                </a:lnTo>
                <a:cubicBezTo>
                  <a:pt x="2743200" y="1341467"/>
                  <a:pt x="2674967" y="1409700"/>
                  <a:pt x="2590797" y="1409700"/>
                </a:cubicBezTo>
                <a:lnTo>
                  <a:pt x="152403" y="1409700"/>
                </a:lnTo>
                <a:cubicBezTo>
                  <a:pt x="68233" y="1409700"/>
                  <a:pt x="0" y="1341467"/>
                  <a:pt x="0" y="12572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5F73"/>
              </a:gs>
              <a:gs pos="100000">
                <a:srgbClr val="0A9396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3400" y="49606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19125" y="507492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" y="5532120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Ёрдамчи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3400" y="587502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Автоматик топшириқ яратиш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76600" y="4808220"/>
            <a:ext cx="2743200" cy="1409700"/>
          </a:xfrm>
          <a:custGeom>
            <a:avLst/>
            <a:gdLst/>
            <a:ahLst/>
            <a:cxnLst/>
            <a:rect l="l" t="t" r="r" b="b"/>
            <a:pathLst>
              <a:path w="2743200" h="1409700">
                <a:moveTo>
                  <a:pt x="152403" y="0"/>
                </a:moveTo>
                <a:lnTo>
                  <a:pt x="2590797" y="0"/>
                </a:lnTo>
                <a:cubicBezTo>
                  <a:pt x="2674967" y="0"/>
                  <a:pt x="2743200" y="68233"/>
                  <a:pt x="2743200" y="152403"/>
                </a:cubicBezTo>
                <a:lnTo>
                  <a:pt x="2743200" y="1257297"/>
                </a:lnTo>
                <a:cubicBezTo>
                  <a:pt x="2743200" y="1341467"/>
                  <a:pt x="2674967" y="1409700"/>
                  <a:pt x="2590797" y="1409700"/>
                </a:cubicBezTo>
                <a:lnTo>
                  <a:pt x="152403" y="1409700"/>
                </a:lnTo>
                <a:cubicBezTo>
                  <a:pt x="68233" y="1409700"/>
                  <a:pt x="0" y="1341467"/>
                  <a:pt x="0" y="12572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0A9396"/>
              </a:gs>
              <a:gs pos="100000">
                <a:srgbClr val="005F73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29000" y="49606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571875" y="507492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135731"/>
                </a:lnTo>
                <a:lnTo>
                  <a:pt x="81305" y="135731"/>
                </a:lnTo>
                <a:lnTo>
                  <a:pt x="67464" y="121890"/>
                </a:lnTo>
                <a:cubicBezTo>
                  <a:pt x="63267" y="117693"/>
                  <a:pt x="63267" y="110907"/>
                  <a:pt x="67464" y="106754"/>
                </a:cubicBezTo>
                <a:cubicBezTo>
                  <a:pt x="71661" y="102602"/>
                  <a:pt x="78447" y="102557"/>
                  <a:pt x="82600" y="106754"/>
                </a:cubicBezTo>
                <a:lnTo>
                  <a:pt x="114746" y="138901"/>
                </a:lnTo>
                <a:cubicBezTo>
                  <a:pt x="118943" y="143098"/>
                  <a:pt x="118943" y="149885"/>
                  <a:pt x="114746" y="154037"/>
                </a:cubicBezTo>
                <a:lnTo>
                  <a:pt x="82600" y="186184"/>
                </a:lnTo>
                <a:cubicBezTo>
                  <a:pt x="78403" y="190381"/>
                  <a:pt x="71616" y="190381"/>
                  <a:pt x="67464" y="186184"/>
                </a:cubicBezTo>
                <a:cubicBezTo>
                  <a:pt x="63311" y="181987"/>
                  <a:pt x="63267" y="175200"/>
                  <a:pt x="67464" y="171048"/>
                </a:cubicBezTo>
                <a:lnTo>
                  <a:pt x="81305" y="157207"/>
                </a:lnTo>
                <a:lnTo>
                  <a:pt x="0" y="157207"/>
                </a:lnTo>
                <a:lnTo>
                  <a:pt x="0" y="200070"/>
                </a:lnTo>
                <a:cubicBezTo>
                  <a:pt x="0" y="215831"/>
                  <a:pt x="12814" y="228645"/>
                  <a:pt x="28575" y="228645"/>
                </a:cubicBezTo>
                <a:lnTo>
                  <a:pt x="142875" y="228645"/>
                </a:lnTo>
                <a:cubicBezTo>
                  <a:pt x="158636" y="228645"/>
                  <a:pt x="171450" y="215831"/>
                  <a:pt x="171450" y="200070"/>
                </a:cubicBezTo>
                <a:lnTo>
                  <a:pt x="171450" y="76170"/>
                </a:lnTo>
                <a:cubicBezTo>
                  <a:pt x="171450" y="68580"/>
                  <a:pt x="168459" y="61302"/>
                  <a:pt x="163101" y="55944"/>
                </a:cubicBezTo>
                <a:lnTo>
                  <a:pt x="115506" y="8349"/>
                </a:lnTo>
                <a:cubicBezTo>
                  <a:pt x="110148" y="2991"/>
                  <a:pt x="102915" y="0"/>
                  <a:pt x="95324" y="0"/>
                </a:cubicBezTo>
                <a:lnTo>
                  <a:pt x="28575" y="0"/>
                </a:lnTo>
                <a:close/>
                <a:moveTo>
                  <a:pt x="145331" y="78581"/>
                </a:moveTo>
                <a:lnTo>
                  <a:pt x="103584" y="78581"/>
                </a:lnTo>
                <a:cubicBezTo>
                  <a:pt x="97646" y="78581"/>
                  <a:pt x="92869" y="73804"/>
                  <a:pt x="92869" y="67866"/>
                </a:cubicBezTo>
                <a:lnTo>
                  <a:pt x="92869" y="26119"/>
                </a:lnTo>
                <a:lnTo>
                  <a:pt x="145331" y="785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3429000" y="5532120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Import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29000" y="587502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PDF/Word дан автоматик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72200" y="4808220"/>
            <a:ext cx="2743200" cy="1409700"/>
          </a:xfrm>
          <a:custGeom>
            <a:avLst/>
            <a:gdLst/>
            <a:ahLst/>
            <a:cxnLst/>
            <a:rect l="l" t="t" r="r" b="b"/>
            <a:pathLst>
              <a:path w="2743200" h="1409700">
                <a:moveTo>
                  <a:pt x="152403" y="0"/>
                </a:moveTo>
                <a:lnTo>
                  <a:pt x="2590797" y="0"/>
                </a:lnTo>
                <a:cubicBezTo>
                  <a:pt x="2674967" y="0"/>
                  <a:pt x="2743200" y="68233"/>
                  <a:pt x="2743200" y="152403"/>
                </a:cubicBezTo>
                <a:lnTo>
                  <a:pt x="2743200" y="1257297"/>
                </a:lnTo>
                <a:cubicBezTo>
                  <a:pt x="2743200" y="1341467"/>
                  <a:pt x="2674967" y="1409700"/>
                  <a:pt x="2590797" y="1409700"/>
                </a:cubicBezTo>
                <a:lnTo>
                  <a:pt x="152403" y="1409700"/>
                </a:lnTo>
                <a:cubicBezTo>
                  <a:pt x="68233" y="1409700"/>
                  <a:pt x="0" y="1341467"/>
                  <a:pt x="0" y="12572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EE9B00"/>
              </a:gs>
              <a:gs pos="100000">
                <a:srgbClr val="EE9B00">
                  <a:alpha val="8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24600" y="49606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438900" y="50749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6324600" y="5532120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Адаптив Тест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324600" y="587502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Шахсийлаштирилган quiz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067800" y="4808220"/>
            <a:ext cx="2743200" cy="1409700"/>
          </a:xfrm>
          <a:custGeom>
            <a:avLst/>
            <a:gdLst/>
            <a:ahLst/>
            <a:cxnLst/>
            <a:rect l="l" t="t" r="r" b="b"/>
            <a:pathLst>
              <a:path w="2743200" h="1409700">
                <a:moveTo>
                  <a:pt x="152403" y="0"/>
                </a:moveTo>
                <a:lnTo>
                  <a:pt x="2590797" y="0"/>
                </a:lnTo>
                <a:cubicBezTo>
                  <a:pt x="2674967" y="0"/>
                  <a:pt x="2743200" y="68233"/>
                  <a:pt x="2743200" y="152403"/>
                </a:cubicBezTo>
                <a:lnTo>
                  <a:pt x="2743200" y="1257297"/>
                </a:lnTo>
                <a:cubicBezTo>
                  <a:pt x="2743200" y="1341467"/>
                  <a:pt x="2674967" y="1409700"/>
                  <a:pt x="2590797" y="1409700"/>
                </a:cubicBezTo>
                <a:lnTo>
                  <a:pt x="152403" y="1409700"/>
                </a:lnTo>
                <a:cubicBezTo>
                  <a:pt x="68233" y="1409700"/>
                  <a:pt x="0" y="1341467"/>
                  <a:pt x="0" y="12572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5F73"/>
              </a:gs>
              <a:gs pos="100000">
                <a:srgbClr val="0A9396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20200" y="49606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9334500" y="50749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9220200" y="5532120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Профил Тahlili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20200" y="587502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Индивидуал тавсиялар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95300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A93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JAMOA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771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5F7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Жамоа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07291" y="381000"/>
            <a:ext cx="15621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005F73">
                    <a:alpha val="1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66850"/>
            <a:ext cx="2743200" cy="2305050"/>
          </a:xfrm>
          <a:custGeom>
            <a:avLst/>
            <a:gdLst/>
            <a:ahLst/>
            <a:cxnLst/>
            <a:rect l="l" t="t" r="r" b="b"/>
            <a:pathLst>
              <a:path w="2743200" h="23050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2152640"/>
                </a:lnTo>
                <a:cubicBezTo>
                  <a:pt x="2743200" y="2236814"/>
                  <a:pt x="2674964" y="2305050"/>
                  <a:pt x="2590790" y="2305050"/>
                </a:cubicBezTo>
                <a:lnTo>
                  <a:pt x="152410" y="2305050"/>
                </a:lnTo>
                <a:cubicBezTo>
                  <a:pt x="68236" y="2305050"/>
                  <a:pt x="0" y="2236814"/>
                  <a:pt x="0" y="215264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4668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5F73"/>
              </a:gs>
              <a:gs pos="100000">
                <a:srgbClr val="0A9396"/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700088" y="17907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-14287"/>
                </a:moveTo>
                <a:cubicBezTo>
                  <a:pt x="107915" y="-14287"/>
                  <a:pt x="114300" y="-7903"/>
                  <a:pt x="114300" y="0"/>
                </a:cubicBezTo>
                <a:lnTo>
                  <a:pt x="114300" y="14288"/>
                </a:ln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cubicBezTo>
                  <a:pt x="142875" y="36478"/>
                  <a:pt x="136490" y="42863"/>
                  <a:pt x="128588" y="42863"/>
                </a:cubicBezTo>
                <a:lnTo>
                  <a:pt x="114300" y="42863"/>
                </a:lnTo>
                <a:lnTo>
                  <a:pt x="114300" y="71438"/>
                </a:lnTo>
                <a:lnTo>
                  <a:pt x="182969" y="71438"/>
                </a:lnTo>
                <a:cubicBezTo>
                  <a:pt x="192390" y="71438"/>
                  <a:pt x="200025" y="79072"/>
                  <a:pt x="200025" y="88493"/>
                </a:cubicBezTo>
                <a:cubicBezTo>
                  <a:pt x="200025" y="91351"/>
                  <a:pt x="199311" y="94164"/>
                  <a:pt x="197927" y="96664"/>
                </a:cubicBezTo>
                <a:lnTo>
                  <a:pt x="157163" y="171450"/>
                </a:lnTo>
                <a:lnTo>
                  <a:pt x="182255" y="202838"/>
                </a:lnTo>
                <a:cubicBezTo>
                  <a:pt x="184487" y="205651"/>
                  <a:pt x="185738" y="209133"/>
                  <a:pt x="185738" y="212750"/>
                </a:cubicBezTo>
                <a:cubicBezTo>
                  <a:pt x="185738" y="221501"/>
                  <a:pt x="178638" y="228600"/>
                  <a:pt x="169887" y="228600"/>
                </a:cubicBezTo>
                <a:lnTo>
                  <a:pt x="30138" y="228600"/>
                </a:lnTo>
                <a:cubicBezTo>
                  <a:pt x="21387" y="228600"/>
                  <a:pt x="14288" y="221501"/>
                  <a:pt x="14288" y="212750"/>
                </a:cubicBezTo>
                <a:cubicBezTo>
                  <a:pt x="14288" y="209133"/>
                  <a:pt x="15493" y="205651"/>
                  <a:pt x="17770" y="202838"/>
                </a:cubicBezTo>
                <a:lnTo>
                  <a:pt x="42863" y="171450"/>
                </a:lnTo>
                <a:lnTo>
                  <a:pt x="2098" y="96709"/>
                </a:lnTo>
                <a:cubicBezTo>
                  <a:pt x="714" y="94164"/>
                  <a:pt x="0" y="91351"/>
                  <a:pt x="0" y="88493"/>
                </a:cubicBezTo>
                <a:cubicBezTo>
                  <a:pt x="0" y="79072"/>
                  <a:pt x="7635" y="71438"/>
                  <a:pt x="17056" y="71438"/>
                </a:cubicBezTo>
                <a:lnTo>
                  <a:pt x="85725" y="71438"/>
                </a:lnTo>
                <a:lnTo>
                  <a:pt x="85725" y="42863"/>
                </a:lnTo>
                <a:lnTo>
                  <a:pt x="71438" y="42863"/>
                </a:lnTo>
                <a:cubicBezTo>
                  <a:pt x="63535" y="42863"/>
                  <a:pt x="57150" y="36478"/>
                  <a:pt x="57150" y="28575"/>
                </a:cubicBezTo>
                <a:cubicBezTo>
                  <a:pt x="57150" y="20672"/>
                  <a:pt x="63535" y="14288"/>
                  <a:pt x="71438" y="14288"/>
                </a:cubicBezTo>
                <a:lnTo>
                  <a:pt x="85725" y="14288"/>
                </a:lnTo>
                <a:lnTo>
                  <a:pt x="85725" y="0"/>
                </a:lnTo>
                <a:cubicBezTo>
                  <a:pt x="85725" y="-7903"/>
                  <a:pt x="92110" y="-14287"/>
                  <a:pt x="100013" y="-1428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1676400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A93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100" y="1866900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Лойиҳа раҳбари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4831" y="23241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2" name="Text 10"/>
          <p:cNvSpPr/>
          <p:nvPr/>
        </p:nvSpPr>
        <p:spPr>
          <a:xfrm>
            <a:off x="752475" y="2286000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Стратегик режалаштириш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4831" y="2552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4" name="Text 12"/>
          <p:cNvSpPr/>
          <p:nvPr/>
        </p:nvSpPr>
        <p:spPr>
          <a:xfrm>
            <a:off x="752475" y="251460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Жамоани бошқариш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4831" y="2781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16" name="Text 14"/>
          <p:cNvSpPr/>
          <p:nvPr/>
        </p:nvSpPr>
        <p:spPr>
          <a:xfrm>
            <a:off x="752475" y="2743200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Инвесторлар билан ишлаш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3048000"/>
            <a:ext cx="2438400" cy="571500"/>
          </a:xfrm>
          <a:custGeom>
            <a:avLst/>
            <a:gdLst/>
            <a:ahLst/>
            <a:cxnLst/>
            <a:rect l="l" t="t" r="r" b="b"/>
            <a:pathLst>
              <a:path w="2438400" h="571500">
                <a:moveTo>
                  <a:pt x="76198" y="0"/>
                </a:moveTo>
                <a:lnTo>
                  <a:pt x="2362202" y="0"/>
                </a:lnTo>
                <a:cubicBezTo>
                  <a:pt x="2404285" y="0"/>
                  <a:pt x="2438400" y="34115"/>
                  <a:pt x="2438400" y="76198"/>
                </a:cubicBezTo>
                <a:lnTo>
                  <a:pt x="2438400" y="495302"/>
                </a:lnTo>
                <a:cubicBezTo>
                  <a:pt x="2438400" y="537385"/>
                  <a:pt x="2404285" y="571500"/>
                  <a:pt x="23622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05F73">
              <a:alpha val="5098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61975" y="3124200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5F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1025" y="3390900"/>
            <a:ext cx="2343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йил тажриба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76600" y="1466850"/>
            <a:ext cx="2743200" cy="2305050"/>
          </a:xfrm>
          <a:custGeom>
            <a:avLst/>
            <a:gdLst/>
            <a:ahLst/>
            <a:cxnLst/>
            <a:rect l="l" t="t" r="r" b="b"/>
            <a:pathLst>
              <a:path w="2743200" h="23050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2152640"/>
                </a:lnTo>
                <a:cubicBezTo>
                  <a:pt x="2743200" y="2236814"/>
                  <a:pt x="2674964" y="2305050"/>
                  <a:pt x="2590790" y="2305050"/>
                </a:cubicBezTo>
                <a:lnTo>
                  <a:pt x="152410" y="2305050"/>
                </a:lnTo>
                <a:cubicBezTo>
                  <a:pt x="68236" y="2305050"/>
                  <a:pt x="0" y="2236814"/>
                  <a:pt x="0" y="215264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76600" y="14668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22" name="Shape 20"/>
          <p:cNvSpPr/>
          <p:nvPr/>
        </p:nvSpPr>
        <p:spPr>
          <a:xfrm>
            <a:off x="342900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A9396"/>
              </a:gs>
              <a:gs pos="100000">
                <a:srgbClr val="005F73"/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3567113" y="17907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076700" y="1676400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A93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CTO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076700" y="1866900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Бош дастурчи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50431" y="23241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27" name="Text 25"/>
          <p:cNvSpPr/>
          <p:nvPr/>
        </p:nvSpPr>
        <p:spPr>
          <a:xfrm>
            <a:off x="3648075" y="2286000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- Frontend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50431" y="2552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29" name="Text 27"/>
          <p:cNvSpPr/>
          <p:nvPr/>
        </p:nvSpPr>
        <p:spPr>
          <a:xfrm>
            <a:off x="3648075" y="2514600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интеграция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50431" y="2781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31" name="Text 29"/>
          <p:cNvSpPr/>
          <p:nvPr/>
        </p:nvSpPr>
        <p:spPr>
          <a:xfrm>
            <a:off x="3648075" y="2743200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Техник архитектура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429000" y="3048000"/>
            <a:ext cx="2438400" cy="571500"/>
          </a:xfrm>
          <a:custGeom>
            <a:avLst/>
            <a:gdLst/>
            <a:ahLst/>
            <a:cxnLst/>
            <a:rect l="l" t="t" r="r" b="b"/>
            <a:pathLst>
              <a:path w="2438400" h="571500">
                <a:moveTo>
                  <a:pt x="76198" y="0"/>
                </a:moveTo>
                <a:lnTo>
                  <a:pt x="2362202" y="0"/>
                </a:lnTo>
                <a:cubicBezTo>
                  <a:pt x="2404285" y="0"/>
                  <a:pt x="2438400" y="34115"/>
                  <a:pt x="2438400" y="76198"/>
                </a:cubicBezTo>
                <a:lnTo>
                  <a:pt x="2438400" y="495302"/>
                </a:lnTo>
                <a:cubicBezTo>
                  <a:pt x="2438400" y="537385"/>
                  <a:pt x="2404285" y="571500"/>
                  <a:pt x="23622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A9396">
              <a:alpha val="5098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457575" y="3124200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A93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1+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476625" y="3390900"/>
            <a:ext cx="2343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йил тажриба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72200" y="1466850"/>
            <a:ext cx="2743200" cy="2305050"/>
          </a:xfrm>
          <a:custGeom>
            <a:avLst/>
            <a:gdLst/>
            <a:ahLst/>
            <a:cxnLst/>
            <a:rect l="l" t="t" r="r" b="b"/>
            <a:pathLst>
              <a:path w="2743200" h="23050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2152640"/>
                </a:lnTo>
                <a:cubicBezTo>
                  <a:pt x="2743200" y="2236814"/>
                  <a:pt x="2674964" y="2305050"/>
                  <a:pt x="2590790" y="2305050"/>
                </a:cubicBezTo>
                <a:lnTo>
                  <a:pt x="152410" y="2305050"/>
                </a:lnTo>
                <a:cubicBezTo>
                  <a:pt x="68236" y="2305050"/>
                  <a:pt x="0" y="2236814"/>
                  <a:pt x="0" y="215264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14668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37" name="Shape 35"/>
          <p:cNvSpPr/>
          <p:nvPr/>
        </p:nvSpPr>
        <p:spPr>
          <a:xfrm>
            <a:off x="632460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EE9B00"/>
              </a:gs>
              <a:gs pos="100000">
                <a:srgbClr val="EE9B00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6462713" y="17907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536" y="4599"/>
                </a:moveTo>
                <a:lnTo>
                  <a:pt x="115684" y="70545"/>
                </a:lnTo>
                <a:cubicBezTo>
                  <a:pt x="102691" y="79206"/>
                  <a:pt x="94431" y="93271"/>
                  <a:pt x="93092" y="108630"/>
                </a:cubicBezTo>
                <a:cubicBezTo>
                  <a:pt x="120908" y="114345"/>
                  <a:pt x="142830" y="136267"/>
                  <a:pt x="148590" y="164128"/>
                </a:cubicBezTo>
                <a:cubicBezTo>
                  <a:pt x="163994" y="162788"/>
                  <a:pt x="178013" y="154528"/>
                  <a:pt x="186675" y="141536"/>
                </a:cubicBezTo>
                <a:lnTo>
                  <a:pt x="252576" y="42639"/>
                </a:lnTo>
                <a:cubicBezTo>
                  <a:pt x="255568" y="38130"/>
                  <a:pt x="257175" y="32861"/>
                  <a:pt x="257175" y="27414"/>
                </a:cubicBezTo>
                <a:cubicBezTo>
                  <a:pt x="257175" y="12278"/>
                  <a:pt x="244897" y="0"/>
                  <a:pt x="229761" y="0"/>
                </a:cubicBezTo>
                <a:cubicBezTo>
                  <a:pt x="224358" y="0"/>
                  <a:pt x="219045" y="1607"/>
                  <a:pt x="214536" y="4599"/>
                </a:cubicBezTo>
                <a:close/>
                <a:moveTo>
                  <a:pt x="128588" y="178594"/>
                </a:moveTo>
                <a:cubicBezTo>
                  <a:pt x="128588" y="150956"/>
                  <a:pt x="106219" y="128588"/>
                  <a:pt x="78581" y="128588"/>
                </a:cubicBezTo>
                <a:cubicBezTo>
                  <a:pt x="50944" y="128588"/>
                  <a:pt x="28575" y="150956"/>
                  <a:pt x="28575" y="178594"/>
                </a:cubicBezTo>
                <a:cubicBezTo>
                  <a:pt x="28575" y="180335"/>
                  <a:pt x="28664" y="182076"/>
                  <a:pt x="28843" y="183773"/>
                </a:cubicBezTo>
                <a:cubicBezTo>
                  <a:pt x="29647" y="191586"/>
                  <a:pt x="24289" y="200025"/>
                  <a:pt x="16431" y="200025"/>
                </a:cubicBezTo>
                <a:lnTo>
                  <a:pt x="14288" y="200025"/>
                </a:lnTo>
                <a:cubicBezTo>
                  <a:pt x="6385" y="200025"/>
                  <a:pt x="0" y="206410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78581" y="228600"/>
                </a:lnTo>
                <a:cubicBezTo>
                  <a:pt x="106219" y="228600"/>
                  <a:pt x="128588" y="206231"/>
                  <a:pt x="128588" y="1785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972300" y="16764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E9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72300" y="1866900"/>
            <a:ext cx="59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UI-UX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46031" y="23241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42" name="Text 40"/>
          <p:cNvSpPr/>
          <p:nvPr/>
        </p:nvSpPr>
        <p:spPr>
          <a:xfrm>
            <a:off x="6543675" y="2286000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Фойдаланувчи тажрибаси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46031" y="2552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44" name="Text 42"/>
          <p:cNvSpPr/>
          <p:nvPr/>
        </p:nvSpPr>
        <p:spPr>
          <a:xfrm>
            <a:off x="6543675" y="2514600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Интерфейс дизайни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46031" y="2781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46" name="Text 44"/>
          <p:cNvSpPr/>
          <p:nvPr/>
        </p:nvSpPr>
        <p:spPr>
          <a:xfrm>
            <a:off x="6543675" y="2743200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Визуал идентитет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24600" y="3048000"/>
            <a:ext cx="2438400" cy="571500"/>
          </a:xfrm>
          <a:custGeom>
            <a:avLst/>
            <a:gdLst/>
            <a:ahLst/>
            <a:cxnLst/>
            <a:rect l="l" t="t" r="r" b="b"/>
            <a:pathLst>
              <a:path w="2438400" h="571500">
                <a:moveTo>
                  <a:pt x="76198" y="0"/>
                </a:moveTo>
                <a:lnTo>
                  <a:pt x="2362202" y="0"/>
                </a:lnTo>
                <a:cubicBezTo>
                  <a:pt x="2404285" y="0"/>
                  <a:pt x="2438400" y="34115"/>
                  <a:pt x="2438400" y="76198"/>
                </a:cubicBezTo>
                <a:lnTo>
                  <a:pt x="2438400" y="495302"/>
                </a:lnTo>
                <a:cubicBezTo>
                  <a:pt x="2438400" y="537385"/>
                  <a:pt x="2404285" y="571500"/>
                  <a:pt x="23622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EE9B00">
              <a:alpha val="5098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353175" y="3124200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E9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1+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72225" y="3390900"/>
            <a:ext cx="2343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йил тажриба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67800" y="1466850"/>
            <a:ext cx="2743200" cy="2305050"/>
          </a:xfrm>
          <a:custGeom>
            <a:avLst/>
            <a:gdLst/>
            <a:ahLst/>
            <a:cxnLst/>
            <a:rect l="l" t="t" r="r" b="b"/>
            <a:pathLst>
              <a:path w="2743200" h="23050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2152640"/>
                </a:lnTo>
                <a:cubicBezTo>
                  <a:pt x="2743200" y="2236814"/>
                  <a:pt x="2674964" y="2305050"/>
                  <a:pt x="2590790" y="2305050"/>
                </a:cubicBezTo>
                <a:lnTo>
                  <a:pt x="152410" y="2305050"/>
                </a:lnTo>
                <a:cubicBezTo>
                  <a:pt x="68236" y="2305050"/>
                  <a:pt x="0" y="2236814"/>
                  <a:pt x="0" y="215264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9067800" y="14668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73"/>
          </a:solidFill>
          <a:ln/>
        </p:spPr>
      </p:sp>
      <p:sp>
        <p:nvSpPr>
          <p:cNvPr id="52" name="Shape 50"/>
          <p:cNvSpPr/>
          <p:nvPr/>
        </p:nvSpPr>
        <p:spPr>
          <a:xfrm>
            <a:off x="922020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5F73"/>
              </a:gs>
              <a:gs pos="100000">
                <a:srgbClr val="0A9396"/>
              </a:gs>
            </a:gsLst>
            <a:lin ang="2700000" scaled="1"/>
          </a:gradFill>
          <a:ln/>
        </p:spPr>
      </p:sp>
      <p:sp>
        <p:nvSpPr>
          <p:cNvPr id="53" name="Shape 51"/>
          <p:cNvSpPr/>
          <p:nvPr/>
        </p:nvSpPr>
        <p:spPr>
          <a:xfrm>
            <a:off x="9372600" y="179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9867900" y="167640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A93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867900" y="1866900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5F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Бизнес аналитик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241631" y="23241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57" name="Text 55"/>
          <p:cNvSpPr/>
          <p:nvPr/>
        </p:nvSpPr>
        <p:spPr>
          <a:xfrm>
            <a:off x="9439275" y="2286000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Бозор тahlili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241631" y="2552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59" name="Text 57"/>
          <p:cNvSpPr/>
          <p:nvPr/>
        </p:nvSpPr>
        <p:spPr>
          <a:xfrm>
            <a:off x="9439275" y="2514600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Маълумотлар тahlili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241631" y="2781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  <a:ln/>
        </p:spPr>
      </p:sp>
      <p:sp>
        <p:nvSpPr>
          <p:cNvPr id="61" name="Text 59"/>
          <p:cNvSpPr/>
          <p:nvPr/>
        </p:nvSpPr>
        <p:spPr>
          <a:xfrm>
            <a:off x="9439275" y="2743200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Бизнес моделлаш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220200" y="3048000"/>
            <a:ext cx="2438400" cy="571500"/>
          </a:xfrm>
          <a:custGeom>
            <a:avLst/>
            <a:gdLst/>
            <a:ahLst/>
            <a:cxnLst/>
            <a:rect l="l" t="t" r="r" b="b"/>
            <a:pathLst>
              <a:path w="2438400" h="571500">
                <a:moveTo>
                  <a:pt x="76198" y="0"/>
                </a:moveTo>
                <a:lnTo>
                  <a:pt x="2362202" y="0"/>
                </a:lnTo>
                <a:cubicBezTo>
                  <a:pt x="2404285" y="0"/>
                  <a:pt x="2438400" y="34115"/>
                  <a:pt x="2438400" y="76198"/>
                </a:cubicBezTo>
                <a:lnTo>
                  <a:pt x="2438400" y="495302"/>
                </a:lnTo>
                <a:cubicBezTo>
                  <a:pt x="2438400" y="537385"/>
                  <a:pt x="2404285" y="571500"/>
                  <a:pt x="23622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05F73">
              <a:alpha val="5098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9248775" y="3124200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5F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1+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267825" y="3390900"/>
            <a:ext cx="2343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йил тажриба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81000" y="3924184"/>
            <a:ext cx="11430000" cy="1143000"/>
          </a:xfrm>
          <a:custGeom>
            <a:avLst/>
            <a:gdLst/>
            <a:ahLst/>
            <a:cxnLst/>
            <a:rect l="l" t="t" r="r" b="b"/>
            <a:pathLst>
              <a:path w="11430000" h="1143000">
                <a:moveTo>
                  <a:pt x="152396" y="0"/>
                </a:moveTo>
                <a:lnTo>
                  <a:pt x="11277604" y="0"/>
                </a:lnTo>
                <a:cubicBezTo>
                  <a:pt x="11361770" y="0"/>
                  <a:pt x="11430000" y="68230"/>
                  <a:pt x="11430000" y="152396"/>
                </a:cubicBezTo>
                <a:lnTo>
                  <a:pt x="11430000" y="990604"/>
                </a:lnTo>
                <a:cubicBezTo>
                  <a:pt x="11430000" y="1074770"/>
                  <a:pt x="11361770" y="1143000"/>
                  <a:pt x="11277604" y="1143000"/>
                </a:cubicBezTo>
                <a:lnTo>
                  <a:pt x="152396" y="1143000"/>
                </a:lnTo>
                <a:cubicBezTo>
                  <a:pt x="68230" y="1143000"/>
                  <a:pt x="0" y="1074770"/>
                  <a:pt x="0" y="9906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005F73"/>
              </a:gs>
              <a:gs pos="100000">
                <a:srgbClr val="0A9396"/>
              </a:gs>
            </a:gsLst>
            <a:lin ang="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571500" y="419088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00088" y="4352809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1333500" y="4209934"/>
            <a:ext cx="297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Биз бир жамоамиз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333500" y="4552713"/>
            <a:ext cx="2933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Биргаликда таълим келажагини қурамиз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904083" y="4114684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7946946" y="4228984"/>
            <a:ext cx="676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E9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4+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7985046" y="4571884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Аъзолар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895040" y="4114684"/>
            <a:ext cx="1247775" cy="762000"/>
          </a:xfrm>
          <a:custGeom>
            <a:avLst/>
            <a:gdLst/>
            <a:ahLst/>
            <a:cxnLst/>
            <a:rect l="l" t="t" r="r" b="b"/>
            <a:pathLst>
              <a:path w="1247775" h="762000">
                <a:moveTo>
                  <a:pt x="114300" y="0"/>
                </a:moveTo>
                <a:lnTo>
                  <a:pt x="1133475" y="0"/>
                </a:lnTo>
                <a:cubicBezTo>
                  <a:pt x="1196559" y="0"/>
                  <a:pt x="1247775" y="51216"/>
                  <a:pt x="1247775" y="114300"/>
                </a:cubicBezTo>
                <a:lnTo>
                  <a:pt x="1247775" y="647700"/>
                </a:lnTo>
                <a:cubicBezTo>
                  <a:pt x="1247775" y="710784"/>
                  <a:pt x="1196559" y="762000"/>
                  <a:pt x="1133475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8937903" y="4228984"/>
            <a:ext cx="1162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E9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3+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976003" y="4571884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Йиллик тажриба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0367367" y="4114684"/>
            <a:ext cx="1257300" cy="762000"/>
          </a:xfrm>
          <a:custGeom>
            <a:avLst/>
            <a:gdLst/>
            <a:ahLst/>
            <a:cxnLst/>
            <a:rect l="l" t="t" r="r" b="b"/>
            <a:pathLst>
              <a:path w="1257300" h="762000">
                <a:moveTo>
                  <a:pt x="114300" y="0"/>
                </a:moveTo>
                <a:lnTo>
                  <a:pt x="1143000" y="0"/>
                </a:lnTo>
                <a:cubicBezTo>
                  <a:pt x="1206084" y="0"/>
                  <a:pt x="1257300" y="51216"/>
                  <a:pt x="1257300" y="114300"/>
                </a:cubicBezTo>
                <a:lnTo>
                  <a:pt x="1257300" y="647700"/>
                </a:lnTo>
                <a:cubicBezTo>
                  <a:pt x="1257300" y="710784"/>
                  <a:pt x="1206084" y="762000"/>
                  <a:pt x="11430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10410230" y="4228984"/>
            <a:ext cx="1171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E9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0448330" y="4571884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Бағишланганлик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831d05388e38ce6750f7cc8201ae95bf048819c7.jpeg">    </p:cNvPr>
          <p:cNvPicPr>
            <a:picLocks noChangeAspect="1"/>
          </p:cNvPicPr>
          <p:nvPr/>
        </p:nvPicPr>
        <p:blipFill>
          <a:blip r:embed="rId1"/>
          <a:srcRect l="1511" r="15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5F73">
                  <a:alpha val="95000"/>
                </a:srgbClr>
              </a:gs>
              <a:gs pos="50000">
                <a:srgbClr val="0A9396">
                  <a:alpha val="90000"/>
                </a:srgbClr>
              </a:gs>
              <a:gs pos="100000">
                <a:srgbClr val="005F73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981456" y="56197"/>
            <a:ext cx="2228850" cy="495300"/>
          </a:xfrm>
          <a:custGeom>
            <a:avLst/>
            <a:gdLst/>
            <a:ahLst/>
            <a:cxnLst/>
            <a:rect l="l" t="t" r="r" b="b"/>
            <a:pathLst>
              <a:path w="2228850" h="495300">
                <a:moveTo>
                  <a:pt x="247650" y="0"/>
                </a:moveTo>
                <a:lnTo>
                  <a:pt x="1981200" y="0"/>
                </a:lnTo>
                <a:cubicBezTo>
                  <a:pt x="2117882" y="0"/>
                  <a:pt x="2228850" y="110968"/>
                  <a:pt x="2228850" y="247650"/>
                </a:cubicBezTo>
                <a:lnTo>
                  <a:pt x="2228850" y="247650"/>
                </a:lnTo>
                <a:cubicBezTo>
                  <a:pt x="2228850" y="384332"/>
                  <a:pt x="2117882" y="495300"/>
                  <a:pt x="1981200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5" name="Shape 2"/>
          <p:cNvSpPr/>
          <p:nvPr/>
        </p:nvSpPr>
        <p:spPr>
          <a:xfrm>
            <a:off x="5238631" y="18954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5567243" y="170497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spc="68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PITCH DAY 2026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83481" y="780097"/>
            <a:ext cx="60293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8F9F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Бирга таълим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8F9F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келажагини қурамиз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169206" y="2361247"/>
            <a:ext cx="58578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Edu — ҳар бир ўқувчига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EE9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шахсий AI ёрдамчи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32610" y="3269932"/>
            <a:ext cx="2684145" cy="1722120"/>
          </a:xfrm>
          <a:custGeom>
            <a:avLst/>
            <a:gdLst/>
            <a:ahLst/>
            <a:cxnLst/>
            <a:rect l="l" t="t" r="r" b="b"/>
            <a:pathLst>
              <a:path w="2684145" h="1722120">
                <a:moveTo>
                  <a:pt x="152408" y="0"/>
                </a:moveTo>
                <a:lnTo>
                  <a:pt x="2531737" y="0"/>
                </a:lnTo>
                <a:cubicBezTo>
                  <a:pt x="2615910" y="0"/>
                  <a:pt x="2684145" y="68235"/>
                  <a:pt x="2684145" y="152408"/>
                </a:cubicBezTo>
                <a:lnTo>
                  <a:pt x="2684145" y="1569712"/>
                </a:lnTo>
                <a:cubicBezTo>
                  <a:pt x="2684145" y="1653885"/>
                  <a:pt x="2615910" y="1722120"/>
                  <a:pt x="2531737" y="1722120"/>
                </a:cubicBezTo>
                <a:lnTo>
                  <a:pt x="152408" y="1722120"/>
                </a:lnTo>
                <a:cubicBezTo>
                  <a:pt x="68235" y="1722120"/>
                  <a:pt x="0" y="1653885"/>
                  <a:pt x="0" y="156971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 w="10160">
            <a:solidFill>
              <a:srgbClr val="F8F9FA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08221" y="346424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11" name="Shape 8"/>
          <p:cNvSpPr/>
          <p:nvPr/>
        </p:nvSpPr>
        <p:spPr>
          <a:xfrm>
            <a:off x="3060621" y="36166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979295" y="4111944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AI-ассистент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993583" y="4416744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Мураккабни оддийга айлантиради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53570" y="3269932"/>
            <a:ext cx="2684145" cy="1722120"/>
          </a:xfrm>
          <a:custGeom>
            <a:avLst/>
            <a:gdLst/>
            <a:ahLst/>
            <a:cxnLst/>
            <a:rect l="l" t="t" r="r" b="b"/>
            <a:pathLst>
              <a:path w="2684145" h="1722120">
                <a:moveTo>
                  <a:pt x="152408" y="0"/>
                </a:moveTo>
                <a:lnTo>
                  <a:pt x="2531737" y="0"/>
                </a:lnTo>
                <a:cubicBezTo>
                  <a:pt x="2615910" y="0"/>
                  <a:pt x="2684145" y="68235"/>
                  <a:pt x="2684145" y="152408"/>
                </a:cubicBezTo>
                <a:lnTo>
                  <a:pt x="2684145" y="1569712"/>
                </a:lnTo>
                <a:cubicBezTo>
                  <a:pt x="2684145" y="1653885"/>
                  <a:pt x="2615910" y="1722120"/>
                  <a:pt x="2531737" y="1722120"/>
                </a:cubicBezTo>
                <a:lnTo>
                  <a:pt x="152408" y="1722120"/>
                </a:lnTo>
                <a:cubicBezTo>
                  <a:pt x="68235" y="1722120"/>
                  <a:pt x="0" y="1653885"/>
                  <a:pt x="0" y="156971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 w="10160">
            <a:solidFill>
              <a:srgbClr val="F8F9FA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29181" y="346424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16" name="Shape 13"/>
          <p:cNvSpPr/>
          <p:nvPr/>
        </p:nvSpPr>
        <p:spPr>
          <a:xfrm>
            <a:off x="5981581" y="36166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4900256" y="4111944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Натижага фокус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914543" y="4416744"/>
            <a:ext cx="2362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Имтиҳонларни муваффақиятли топшириш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74531" y="3269932"/>
            <a:ext cx="2684145" cy="1722120"/>
          </a:xfrm>
          <a:custGeom>
            <a:avLst/>
            <a:gdLst/>
            <a:ahLst/>
            <a:cxnLst/>
            <a:rect l="l" t="t" r="r" b="b"/>
            <a:pathLst>
              <a:path w="2684145" h="1722120">
                <a:moveTo>
                  <a:pt x="152408" y="0"/>
                </a:moveTo>
                <a:lnTo>
                  <a:pt x="2531737" y="0"/>
                </a:lnTo>
                <a:cubicBezTo>
                  <a:pt x="2615910" y="0"/>
                  <a:pt x="2684145" y="68235"/>
                  <a:pt x="2684145" y="152408"/>
                </a:cubicBezTo>
                <a:lnTo>
                  <a:pt x="2684145" y="1569712"/>
                </a:lnTo>
                <a:cubicBezTo>
                  <a:pt x="2684145" y="1653885"/>
                  <a:pt x="2615910" y="1722120"/>
                  <a:pt x="2531737" y="1722120"/>
                </a:cubicBezTo>
                <a:lnTo>
                  <a:pt x="152408" y="1722120"/>
                </a:lnTo>
                <a:cubicBezTo>
                  <a:pt x="68235" y="1722120"/>
                  <a:pt x="0" y="1653885"/>
                  <a:pt x="0" y="156971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 w="10160">
            <a:solidFill>
              <a:srgbClr val="F8F9FA">
                <a:alpha val="2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50261" y="346424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21" name="Shape 18"/>
          <p:cNvSpPr/>
          <p:nvPr/>
        </p:nvSpPr>
        <p:spPr>
          <a:xfrm>
            <a:off x="8874086" y="3616644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7821216" y="4111944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6M+ ўқувчилар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835503" y="4416744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Ўзбекистондаги бозор потенциали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400669" y="5304472"/>
            <a:ext cx="3388995" cy="1036320"/>
          </a:xfrm>
          <a:custGeom>
            <a:avLst/>
            <a:gdLst/>
            <a:ahLst/>
            <a:cxnLst/>
            <a:rect l="l" t="t" r="r" b="b"/>
            <a:pathLst>
              <a:path w="3388995" h="1036320">
                <a:moveTo>
                  <a:pt x="152401" y="0"/>
                </a:moveTo>
                <a:lnTo>
                  <a:pt x="3236594" y="0"/>
                </a:lnTo>
                <a:cubicBezTo>
                  <a:pt x="3320763" y="0"/>
                  <a:pt x="3388995" y="68232"/>
                  <a:pt x="3388995" y="152401"/>
                </a:cubicBezTo>
                <a:lnTo>
                  <a:pt x="3388995" y="883919"/>
                </a:lnTo>
                <a:cubicBezTo>
                  <a:pt x="3388995" y="968088"/>
                  <a:pt x="3320763" y="1036320"/>
                  <a:pt x="3236594" y="1036320"/>
                </a:cubicBezTo>
                <a:lnTo>
                  <a:pt x="152401" y="1036320"/>
                </a:lnTo>
                <a:cubicBezTo>
                  <a:pt x="68232" y="1036320"/>
                  <a:pt x="0" y="968088"/>
                  <a:pt x="0" y="8839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 w="10160">
            <a:solidFill>
              <a:srgbClr val="F8F9FA">
                <a:alpha val="2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52117" y="5498785"/>
            <a:ext cx="308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Биз билан боғланинг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618792" y="591788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27" name="Text 24"/>
          <p:cNvSpPr/>
          <p:nvPr/>
        </p:nvSpPr>
        <p:spPr>
          <a:xfrm>
            <a:off x="4866442" y="5879785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smartedu.uz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146602" y="591788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2977"/>
                </a:moveTo>
                <a:cubicBezTo>
                  <a:pt x="44323" y="2977"/>
                  <a:pt x="2977" y="44323"/>
                  <a:pt x="2977" y="95250"/>
                </a:cubicBezTo>
                <a:cubicBezTo>
                  <a:pt x="2977" y="146177"/>
                  <a:pt x="44323" y="187523"/>
                  <a:pt x="95250" y="187523"/>
                </a:cubicBezTo>
                <a:cubicBezTo>
                  <a:pt x="146177" y="187523"/>
                  <a:pt x="187523" y="146177"/>
                  <a:pt x="187523" y="95250"/>
                </a:cubicBezTo>
                <a:cubicBezTo>
                  <a:pt x="187523" y="44323"/>
                  <a:pt x="146177" y="2977"/>
                  <a:pt x="95250" y="2977"/>
                </a:cubicBezTo>
                <a:close/>
                <a:moveTo>
                  <a:pt x="138038" y="65745"/>
                </a:moveTo>
                <a:cubicBezTo>
                  <a:pt x="136661" y="80330"/>
                  <a:pt x="130634" y="115751"/>
                  <a:pt x="127583" y="132085"/>
                </a:cubicBezTo>
                <a:cubicBezTo>
                  <a:pt x="126281" y="139005"/>
                  <a:pt x="123751" y="141312"/>
                  <a:pt x="121295" y="141536"/>
                </a:cubicBezTo>
                <a:cubicBezTo>
                  <a:pt x="115937" y="142019"/>
                  <a:pt x="111882" y="138001"/>
                  <a:pt x="106673" y="134578"/>
                </a:cubicBezTo>
                <a:cubicBezTo>
                  <a:pt x="98561" y="129257"/>
                  <a:pt x="93948" y="125946"/>
                  <a:pt x="86097" y="120737"/>
                </a:cubicBezTo>
                <a:cubicBezTo>
                  <a:pt x="76981" y="114746"/>
                  <a:pt x="82897" y="111435"/>
                  <a:pt x="88069" y="106040"/>
                </a:cubicBezTo>
                <a:cubicBezTo>
                  <a:pt x="89446" y="104626"/>
                  <a:pt x="113035" y="83158"/>
                  <a:pt x="113481" y="81223"/>
                </a:cubicBezTo>
                <a:cubicBezTo>
                  <a:pt x="113556" y="80963"/>
                  <a:pt x="113593" y="80070"/>
                  <a:pt x="113035" y="79586"/>
                </a:cubicBezTo>
                <a:cubicBezTo>
                  <a:pt x="112477" y="79102"/>
                  <a:pt x="111696" y="79288"/>
                  <a:pt x="111137" y="79400"/>
                </a:cubicBezTo>
                <a:cubicBezTo>
                  <a:pt x="110319" y="79586"/>
                  <a:pt x="97334" y="88143"/>
                  <a:pt x="72219" y="105110"/>
                </a:cubicBezTo>
                <a:cubicBezTo>
                  <a:pt x="68535" y="107640"/>
                  <a:pt x="65187" y="108868"/>
                  <a:pt x="62210" y="108793"/>
                </a:cubicBezTo>
                <a:cubicBezTo>
                  <a:pt x="58899" y="108719"/>
                  <a:pt x="52574" y="106933"/>
                  <a:pt x="47848" y="105408"/>
                </a:cubicBezTo>
                <a:cubicBezTo>
                  <a:pt x="42081" y="103547"/>
                  <a:pt x="37467" y="102543"/>
                  <a:pt x="37877" y="99343"/>
                </a:cubicBezTo>
                <a:cubicBezTo>
                  <a:pt x="38100" y="97668"/>
                  <a:pt x="40370" y="95994"/>
                  <a:pt x="44723" y="94245"/>
                </a:cubicBezTo>
                <a:cubicBezTo>
                  <a:pt x="71624" y="82525"/>
                  <a:pt x="89557" y="74786"/>
                  <a:pt x="98524" y="71065"/>
                </a:cubicBezTo>
                <a:cubicBezTo>
                  <a:pt x="124160" y="60424"/>
                  <a:pt x="129480" y="58564"/>
                  <a:pt x="132941" y="58489"/>
                </a:cubicBezTo>
                <a:cubicBezTo>
                  <a:pt x="133722" y="58489"/>
                  <a:pt x="135396" y="58675"/>
                  <a:pt x="136513" y="59568"/>
                </a:cubicBezTo>
                <a:cubicBezTo>
                  <a:pt x="137257" y="60201"/>
                  <a:pt x="137703" y="61094"/>
                  <a:pt x="137815" y="62061"/>
                </a:cubicBezTo>
                <a:cubicBezTo>
                  <a:pt x="138001" y="63252"/>
                  <a:pt x="138038" y="64480"/>
                  <a:pt x="137964" y="65708"/>
                </a:cubicBezTo>
                <a:close/>
              </a:path>
            </a:pathLst>
          </a:custGeom>
          <a:solidFill>
            <a:srgbClr val="EE9B00"/>
          </a:solidFill>
          <a:ln/>
        </p:spPr>
      </p:sp>
      <p:sp>
        <p:nvSpPr>
          <p:cNvPr id="29" name="Text 26"/>
          <p:cNvSpPr/>
          <p:nvPr/>
        </p:nvSpPr>
        <p:spPr>
          <a:xfrm>
            <a:off x="6394252" y="5879785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@smartedu_bot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710589" y="6573203"/>
            <a:ext cx="2771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#MilliyAIXakaton #BukharaAI #SmartEdu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Edu - AI-Powered Education Platform</dc:title>
  <dc:subject>Smart Edu - AI-Powered Education Platform</dc:subject>
  <dc:creator>Kimi</dc:creator>
  <cp:lastModifiedBy>Kimi</cp:lastModifiedBy>
  <cp:revision>1</cp:revision>
  <dcterms:created xsi:type="dcterms:W3CDTF">2026-04-13T11:03:18Z</dcterms:created>
  <dcterms:modified xsi:type="dcterms:W3CDTF">2026-04-13T11:03:18Z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{"Label":"Smart Edu - AI-Powered Education Platform","ContentProducer":"001191110108MACG2KBH8F10000","ProduceID":"19d86793-5952-856e-8000-0000747647c5","ReservedCode1":"","ContentPropagator":"001191110108MACG2KBH8F20000","PropagateID":"19d86793-5952-856e-8000-0000747647c5","ReservedCode2":""}</vt:lpwstr>
  </property>
</Properties>
</file>