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</p:sldIdLst>
  <p:sldSz cx="12192000" cy="6858000"/>
  <p:notesSz cx="6858000" cy="12192000"/>
  <p:embeddedFontLst>
    <p:embeddedFont>
      <p:font typeface="微软雅黑" panose="020B0503020204020204" pitchFamily="34" charset="-122"/>
      <p:regular r:id="rId10"/>
      <p:bold r:id="rId11"/>
    </p:embeddedFont>
    <p:embeddedFont>
      <p:font typeface="Hedvig Letters Sans" panose="020B0604020202020204" charset="0"/>
      <p:regular r:id="rId12"/>
    </p:embeddedFont>
    <p:embeddedFont>
      <p:font typeface="Liter" panose="020B0604020202020204" charset="0"/>
      <p:regular r:id="rId13"/>
    </p:embeddedFont>
    <p:embeddedFont>
      <p:font typeface="Quattrocento Sans" panose="020B0502050000020003" pitchFamily="34" charset="0"/>
      <p:regular r:id="rId14"/>
      <p:bold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60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paouydin3q.exactdn.com/7e6a6db1f88f59c5e26a6345c39edc3cc9f0e807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5C6A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1379220" cy="388620"/>
          </a:xfrm>
          <a:custGeom>
            <a:avLst/>
            <a:gdLst/>
            <a:ahLst/>
            <a:cxnLst/>
            <a:rect l="l" t="t" r="r" b="b"/>
            <a:pathLst>
              <a:path w="1379220" h="388620">
                <a:moveTo>
                  <a:pt x="194310" y="0"/>
                </a:moveTo>
                <a:lnTo>
                  <a:pt x="1184910" y="0"/>
                </a:lnTo>
                <a:cubicBezTo>
                  <a:pt x="1292224" y="0"/>
                  <a:pt x="1379220" y="86996"/>
                  <a:pt x="1379220" y="194310"/>
                </a:cubicBezTo>
                <a:lnTo>
                  <a:pt x="1379220" y="194310"/>
                </a:lnTo>
                <a:cubicBezTo>
                  <a:pt x="1379220" y="301624"/>
                  <a:pt x="1292224" y="388620"/>
                  <a:pt x="11849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016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510540"/>
            <a:ext cx="11337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PITCH DAY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30314" y="48387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#MilliyAIXakaton #BukharaAI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93069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Edu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275986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3026569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AI-Powered Education Platform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3902869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DF2F4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O'zbekistondagi maktab o'qituvchilari uchun AI yordamchisi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810" y="4444841"/>
            <a:ext cx="1436370" cy="350520"/>
          </a:xfrm>
          <a:custGeom>
            <a:avLst/>
            <a:gdLst/>
            <a:ahLst/>
            <a:cxnLst/>
            <a:rect l="l" t="t" r="r" b="b"/>
            <a:pathLst>
              <a:path w="1436370" h="350520">
                <a:moveTo>
                  <a:pt x="76200" y="0"/>
                </a:moveTo>
                <a:lnTo>
                  <a:pt x="1360170" y="0"/>
                </a:lnTo>
                <a:cubicBezTo>
                  <a:pt x="1402254" y="0"/>
                  <a:pt x="1436370" y="34116"/>
                  <a:pt x="1436370" y="76200"/>
                </a:cubicBezTo>
                <a:lnTo>
                  <a:pt x="1436370" y="274320"/>
                </a:lnTo>
                <a:cubicBezTo>
                  <a:pt x="1436370" y="316404"/>
                  <a:pt x="1402254" y="350520"/>
                  <a:pt x="1360170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 w="10160">
            <a:solidFill>
              <a:srgbClr val="4A5C6A">
                <a:alpha val="6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0070" y="45439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807720" y="4524851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ta'lim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983224" y="4444841"/>
            <a:ext cx="1598295" cy="350520"/>
          </a:xfrm>
          <a:custGeom>
            <a:avLst/>
            <a:gdLst/>
            <a:ahLst/>
            <a:cxnLst/>
            <a:rect l="l" t="t" r="r" b="b"/>
            <a:pathLst>
              <a:path w="1598295" h="350520">
                <a:moveTo>
                  <a:pt x="76200" y="0"/>
                </a:moveTo>
                <a:lnTo>
                  <a:pt x="1522095" y="0"/>
                </a:lnTo>
                <a:cubicBezTo>
                  <a:pt x="1564179" y="0"/>
                  <a:pt x="1598295" y="34116"/>
                  <a:pt x="1598295" y="76200"/>
                </a:cubicBezTo>
                <a:lnTo>
                  <a:pt x="1598295" y="274320"/>
                </a:lnTo>
                <a:cubicBezTo>
                  <a:pt x="1598295" y="316404"/>
                  <a:pt x="1564179" y="350520"/>
                  <a:pt x="1522095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 w="10160">
            <a:solidFill>
              <a:srgbClr val="4A5C6A">
                <a:alpha val="6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39434" y="4543901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3"/>
          <p:cNvSpPr/>
          <p:nvPr/>
        </p:nvSpPr>
        <p:spPr>
          <a:xfrm>
            <a:off x="2406134" y="4524851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Shaxsiy tavsiyalar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42730" y="4444841"/>
            <a:ext cx="1436370" cy="350520"/>
          </a:xfrm>
          <a:custGeom>
            <a:avLst/>
            <a:gdLst/>
            <a:ahLst/>
            <a:cxnLst/>
            <a:rect l="l" t="t" r="r" b="b"/>
            <a:pathLst>
              <a:path w="1436370" h="350520">
                <a:moveTo>
                  <a:pt x="76200" y="0"/>
                </a:moveTo>
                <a:lnTo>
                  <a:pt x="1360170" y="0"/>
                </a:lnTo>
                <a:cubicBezTo>
                  <a:pt x="1402254" y="0"/>
                  <a:pt x="1436370" y="34116"/>
                  <a:pt x="1436370" y="76200"/>
                </a:cubicBezTo>
                <a:lnTo>
                  <a:pt x="1436370" y="274320"/>
                </a:lnTo>
                <a:cubicBezTo>
                  <a:pt x="1436370" y="316404"/>
                  <a:pt x="1402254" y="350520"/>
                  <a:pt x="1360170" y="350520"/>
                </a:cubicBezTo>
                <a:lnTo>
                  <a:pt x="76200" y="350520"/>
                </a:lnTo>
                <a:cubicBezTo>
                  <a:pt x="34144" y="350520"/>
                  <a:pt x="0" y="316376"/>
                  <a:pt x="0" y="2743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 w="10160">
            <a:solidFill>
              <a:srgbClr val="4A5C6A">
                <a:alpha val="6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17990" y="45439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6"/>
          <p:cNvSpPr/>
          <p:nvPr/>
        </p:nvSpPr>
        <p:spPr>
          <a:xfrm>
            <a:off x="4165640" y="4524851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Yaxshi natijalar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1000" y="5103972"/>
            <a:ext cx="2066925" cy="457200"/>
          </a:xfrm>
          <a:custGeom>
            <a:avLst/>
            <a:gdLst/>
            <a:ahLst/>
            <a:cxnLst/>
            <a:rect l="l" t="t" r="r" b="b"/>
            <a:pathLst>
              <a:path w="2066925" h="457200">
                <a:moveTo>
                  <a:pt x="76202" y="0"/>
                </a:moveTo>
                <a:lnTo>
                  <a:pt x="1990723" y="0"/>
                </a:lnTo>
                <a:cubicBezTo>
                  <a:pt x="2032808" y="0"/>
                  <a:pt x="2066925" y="34117"/>
                  <a:pt x="2066925" y="76202"/>
                </a:cubicBezTo>
                <a:lnTo>
                  <a:pt x="2066925" y="380998"/>
                </a:lnTo>
                <a:cubicBezTo>
                  <a:pt x="2066925" y="423083"/>
                  <a:pt x="2032808" y="457200"/>
                  <a:pt x="19907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5248751"/>
            <a:ext cx="176438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B2C Monetizatsiya Modeli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438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581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Muammo va Yechim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686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 bizga ehtiyoj bor?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9575" y="12952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1257300"/>
            <a:ext cx="1076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Muammo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714381"/>
            <a:ext cx="5543550" cy="1047750"/>
          </a:xfrm>
          <a:custGeom>
            <a:avLst/>
            <a:gdLst/>
            <a:ahLst/>
            <a:cxnLst/>
            <a:rect l="l" t="t" r="r" b="b"/>
            <a:pathLst>
              <a:path w="5543550" h="1047750">
                <a:moveTo>
                  <a:pt x="38100" y="0"/>
                </a:moveTo>
                <a:lnTo>
                  <a:pt x="5429251" y="0"/>
                </a:lnTo>
                <a:cubicBezTo>
                  <a:pt x="5492377" y="0"/>
                  <a:pt x="5543550" y="51173"/>
                  <a:pt x="5543550" y="114299"/>
                </a:cubicBezTo>
                <a:lnTo>
                  <a:pt x="5543550" y="933451"/>
                </a:lnTo>
                <a:cubicBezTo>
                  <a:pt x="5543550" y="996577"/>
                  <a:pt x="5492377" y="1047750"/>
                  <a:pt x="5429251" y="1047750"/>
                </a:cubicBez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00050" y="1714381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3810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18667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186678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1866781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Yondashuv</a:t>
            </a:r>
            <a:r>
              <a:rPr lang="en-US" sz="1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</a:t>
            </a:r>
            <a:r>
              <a:rPr lang="en-US" sz="16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2171581"/>
            <a:ext cx="4867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O'qituvchilar har bir o'quvchini tahlil qilishga ulgura olmaydi. Barchaga bir xil topshiriqlar.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2871669"/>
            <a:ext cx="5543550" cy="828675"/>
          </a:xfrm>
          <a:custGeom>
            <a:avLst/>
            <a:gdLst/>
            <a:ahLst/>
            <a:cxnLst/>
            <a:rect l="l" t="t" r="r" b="b"/>
            <a:pathLst>
              <a:path w="5543550" h="828675">
                <a:moveTo>
                  <a:pt x="38100" y="0"/>
                </a:moveTo>
                <a:lnTo>
                  <a:pt x="5429251" y="0"/>
                </a:lnTo>
                <a:cubicBezTo>
                  <a:pt x="5492377" y="0"/>
                  <a:pt x="5543550" y="51173"/>
                  <a:pt x="5543550" y="114299"/>
                </a:cubicBezTo>
                <a:lnTo>
                  <a:pt x="5543550" y="714376"/>
                </a:lnTo>
                <a:cubicBezTo>
                  <a:pt x="5543550" y="777502"/>
                  <a:pt x="5492377" y="828675"/>
                  <a:pt x="5429251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0050" y="2871669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30240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3400" y="3024069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" y="3019306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Vaqt xarajatlari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" y="3328869"/>
            <a:ext cx="3505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Rutina uchun ko'p vaqt ketadi: test yaratish, tekshirish, tahlil.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812263"/>
            <a:ext cx="5543550" cy="828675"/>
          </a:xfrm>
          <a:custGeom>
            <a:avLst/>
            <a:gdLst/>
            <a:ahLst/>
            <a:cxnLst/>
            <a:rect l="l" t="t" r="r" b="b"/>
            <a:pathLst>
              <a:path w="5543550" h="828675">
                <a:moveTo>
                  <a:pt x="38100" y="0"/>
                </a:moveTo>
                <a:lnTo>
                  <a:pt x="5429251" y="0"/>
                </a:lnTo>
                <a:cubicBezTo>
                  <a:pt x="5492377" y="0"/>
                  <a:pt x="5543550" y="51173"/>
                  <a:pt x="5543550" y="114299"/>
                </a:cubicBezTo>
                <a:lnTo>
                  <a:pt x="5543550" y="714376"/>
                </a:lnTo>
                <a:cubicBezTo>
                  <a:pt x="5543550" y="777502"/>
                  <a:pt x="5492377" y="828675"/>
                  <a:pt x="5429251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00050" y="3812263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" y="396466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33400" y="3964663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2500" y="3959900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 etish yo'q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" y="4269463"/>
            <a:ext cx="2714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O'quvchi qaerda kuchsiz ekanini tushunmaydi.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5550" y="129528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7" name="Text 25"/>
          <p:cNvSpPr/>
          <p:nvPr/>
        </p:nvSpPr>
        <p:spPr>
          <a:xfrm>
            <a:off x="6648450" y="12573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5C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Edu Yechimi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7450" y="1714381"/>
            <a:ext cx="5543550" cy="828675"/>
          </a:xfrm>
          <a:custGeom>
            <a:avLst/>
            <a:gdLst/>
            <a:ahLst/>
            <a:cxnLst/>
            <a:rect l="l" t="t" r="r" b="b"/>
            <a:pathLst>
              <a:path w="5543550" h="828675">
                <a:moveTo>
                  <a:pt x="38100" y="0"/>
                </a:moveTo>
                <a:lnTo>
                  <a:pt x="5429251" y="0"/>
                </a:lnTo>
                <a:cubicBezTo>
                  <a:pt x="5492377" y="0"/>
                  <a:pt x="5543550" y="51173"/>
                  <a:pt x="5543550" y="114299"/>
                </a:cubicBezTo>
                <a:lnTo>
                  <a:pt x="5543550" y="714376"/>
                </a:lnTo>
                <a:cubicBezTo>
                  <a:pt x="5543550" y="777502"/>
                  <a:pt x="5492377" y="828675"/>
                  <a:pt x="5429251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67450" y="1714381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0" y="18667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1" name="Text 29"/>
          <p:cNvSpPr/>
          <p:nvPr/>
        </p:nvSpPr>
        <p:spPr>
          <a:xfrm>
            <a:off x="6791325" y="1752481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daraja moslashadi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91325" y="2019181"/>
            <a:ext cx="41719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Topshiriqlarning murakkabligi har bir </a:t>
            </a: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o'quvchiga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alohida moslashtiriladi.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67450" y="2654975"/>
            <a:ext cx="5543550" cy="828675"/>
          </a:xfrm>
          <a:custGeom>
            <a:avLst/>
            <a:gdLst/>
            <a:ahLst/>
            <a:cxnLst/>
            <a:rect l="l" t="t" r="r" b="b"/>
            <a:pathLst>
              <a:path w="5543550" h="828675">
                <a:moveTo>
                  <a:pt x="38100" y="0"/>
                </a:moveTo>
                <a:lnTo>
                  <a:pt x="5429251" y="0"/>
                </a:lnTo>
                <a:cubicBezTo>
                  <a:pt x="5492377" y="0"/>
                  <a:pt x="5543550" y="51173"/>
                  <a:pt x="5543550" y="114299"/>
                </a:cubicBezTo>
                <a:lnTo>
                  <a:pt x="5543550" y="714376"/>
                </a:lnTo>
                <a:cubicBezTo>
                  <a:pt x="5543550" y="777502"/>
                  <a:pt x="5492377" y="828675"/>
                  <a:pt x="5429251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67450" y="2654975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4619" y="2845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6" name="Text 34"/>
          <p:cNvSpPr/>
          <p:nvPr/>
        </p:nvSpPr>
        <p:spPr>
          <a:xfrm>
            <a:off x="6791325" y="2794675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Tez xatolar tahlili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91325" y="3112175"/>
            <a:ext cx="40957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Testdan darhol ko'rinadi qaerda kuchsiz joylar va nima o'rganish kerak.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67450" y="3595569"/>
            <a:ext cx="5543550" cy="828675"/>
          </a:xfrm>
          <a:custGeom>
            <a:avLst/>
            <a:gdLst/>
            <a:ahLst/>
            <a:cxnLst/>
            <a:rect l="l" t="t" r="r" b="b"/>
            <a:pathLst>
              <a:path w="5543550" h="828675">
                <a:moveTo>
                  <a:pt x="38100" y="0"/>
                </a:moveTo>
                <a:lnTo>
                  <a:pt x="5429251" y="0"/>
                </a:lnTo>
                <a:cubicBezTo>
                  <a:pt x="5492377" y="0"/>
                  <a:pt x="5543550" y="51173"/>
                  <a:pt x="5543550" y="114299"/>
                </a:cubicBezTo>
                <a:lnTo>
                  <a:pt x="5543550" y="714376"/>
                </a:lnTo>
                <a:cubicBezTo>
                  <a:pt x="5543550" y="777502"/>
                  <a:pt x="5492377" y="828675"/>
                  <a:pt x="5429251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67450" y="3595569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38900" y="378606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436" y="2977"/>
                </a:moveTo>
                <a:cubicBezTo>
                  <a:pt x="120078" y="2977"/>
                  <a:pt x="140084" y="22983"/>
                  <a:pt x="140084" y="47625"/>
                </a:cubicBezTo>
                <a:cubicBezTo>
                  <a:pt x="140084" y="72267"/>
                  <a:pt x="120078" y="92273"/>
                  <a:pt x="95436" y="92273"/>
                </a:cubicBezTo>
                <a:cubicBezTo>
                  <a:pt x="70794" y="92273"/>
                  <a:pt x="50788" y="72267"/>
                  <a:pt x="50788" y="47625"/>
                </a:cubicBezTo>
                <a:cubicBezTo>
                  <a:pt x="50788" y="22983"/>
                  <a:pt x="70794" y="2977"/>
                  <a:pt x="95436" y="2977"/>
                </a:cubicBezTo>
                <a:close/>
                <a:moveTo>
                  <a:pt x="84348" y="113109"/>
                </a:moveTo>
                <a:lnTo>
                  <a:pt x="106449" y="113109"/>
                </a:lnTo>
                <a:lnTo>
                  <a:pt x="107007" y="113109"/>
                </a:lnTo>
                <a:cubicBezTo>
                  <a:pt x="102208" y="123081"/>
                  <a:pt x="104105" y="134764"/>
                  <a:pt x="111286" y="142689"/>
                </a:cubicBezTo>
                <a:cubicBezTo>
                  <a:pt x="103770" y="150986"/>
                  <a:pt x="102059" y="163450"/>
                  <a:pt x="107789" y="173720"/>
                </a:cubicBezTo>
                <a:lnTo>
                  <a:pt x="116160" y="188751"/>
                </a:lnTo>
                <a:cubicBezTo>
                  <a:pt x="116495" y="189347"/>
                  <a:pt x="116867" y="189942"/>
                  <a:pt x="1172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ubicBezTo>
                  <a:pt x="18008" y="142801"/>
                  <a:pt x="47699" y="113109"/>
                  <a:pt x="84348" y="113109"/>
                </a:cubicBezTo>
                <a:close/>
                <a:moveTo>
                  <a:pt x="160958" y="92125"/>
                </a:moveTo>
                <a:cubicBezTo>
                  <a:pt x="160958" y="87176"/>
                  <a:pt x="164939" y="83195"/>
                  <a:pt x="169887" y="83195"/>
                </a:cubicBezTo>
                <a:lnTo>
                  <a:pt x="187747" y="83195"/>
                </a:lnTo>
                <a:cubicBezTo>
                  <a:pt x="192695" y="83195"/>
                  <a:pt x="196676" y="87176"/>
                  <a:pt x="196676" y="92125"/>
                </a:cubicBezTo>
                <a:lnTo>
                  <a:pt x="196676" y="94394"/>
                </a:lnTo>
                <a:cubicBezTo>
                  <a:pt x="196676" y="101426"/>
                  <a:pt x="205643" y="106598"/>
                  <a:pt x="211745" y="103101"/>
                </a:cubicBezTo>
                <a:lnTo>
                  <a:pt x="213606" y="102022"/>
                </a:lnTo>
                <a:cubicBezTo>
                  <a:pt x="217922" y="99529"/>
                  <a:pt x="223465" y="101054"/>
                  <a:pt x="225884" y="105408"/>
                </a:cubicBezTo>
                <a:lnTo>
                  <a:pt x="234218" y="120365"/>
                </a:lnTo>
                <a:cubicBezTo>
                  <a:pt x="236525" y="124532"/>
                  <a:pt x="235186" y="129741"/>
                  <a:pt x="231167" y="132271"/>
                </a:cubicBezTo>
                <a:lnTo>
                  <a:pt x="229419" y="133350"/>
                </a:lnTo>
                <a:cubicBezTo>
                  <a:pt x="223391" y="137108"/>
                  <a:pt x="223391" y="148196"/>
                  <a:pt x="229419" y="151991"/>
                </a:cubicBezTo>
                <a:lnTo>
                  <a:pt x="231130" y="153070"/>
                </a:lnTo>
                <a:cubicBezTo>
                  <a:pt x="235148" y="155600"/>
                  <a:pt x="236525" y="160809"/>
                  <a:pt x="234218" y="164976"/>
                </a:cubicBezTo>
                <a:lnTo>
                  <a:pt x="225847" y="180008"/>
                </a:lnTo>
                <a:cubicBezTo>
                  <a:pt x="223428" y="184361"/>
                  <a:pt x="217884" y="185924"/>
                  <a:pt x="213568" y="183393"/>
                </a:cubicBezTo>
                <a:lnTo>
                  <a:pt x="211745" y="182314"/>
                </a:lnTo>
                <a:cubicBezTo>
                  <a:pt x="205643" y="178780"/>
                  <a:pt x="196676" y="183989"/>
                  <a:pt x="196676" y="191021"/>
                </a:cubicBezTo>
                <a:lnTo>
                  <a:pt x="196676" y="193291"/>
                </a:lnTo>
                <a:cubicBezTo>
                  <a:pt x="196676" y="198239"/>
                  <a:pt x="192695" y="202220"/>
                  <a:pt x="187747" y="202220"/>
                </a:cubicBezTo>
                <a:lnTo>
                  <a:pt x="169887" y="202220"/>
                </a:lnTo>
                <a:cubicBezTo>
                  <a:pt x="164939" y="202220"/>
                  <a:pt x="160958" y="198239"/>
                  <a:pt x="160958" y="193291"/>
                </a:cubicBezTo>
                <a:lnTo>
                  <a:pt x="160958" y="191095"/>
                </a:lnTo>
                <a:cubicBezTo>
                  <a:pt x="160958" y="184026"/>
                  <a:pt x="151954" y="178817"/>
                  <a:pt x="145814" y="182352"/>
                </a:cubicBezTo>
                <a:lnTo>
                  <a:pt x="144028" y="183393"/>
                </a:lnTo>
                <a:cubicBezTo>
                  <a:pt x="139712" y="185886"/>
                  <a:pt x="134206" y="184361"/>
                  <a:pt x="131750" y="180008"/>
                </a:cubicBezTo>
                <a:lnTo>
                  <a:pt x="123341" y="164976"/>
                </a:lnTo>
                <a:cubicBezTo>
                  <a:pt x="121034" y="160809"/>
                  <a:pt x="122374" y="155563"/>
                  <a:pt x="126429" y="153033"/>
                </a:cubicBezTo>
                <a:lnTo>
                  <a:pt x="128067" y="152028"/>
                </a:lnTo>
                <a:cubicBezTo>
                  <a:pt x="134131" y="148270"/>
                  <a:pt x="134131" y="137108"/>
                  <a:pt x="128067" y="133350"/>
                </a:cubicBezTo>
                <a:lnTo>
                  <a:pt x="126392" y="132308"/>
                </a:lnTo>
                <a:cubicBezTo>
                  <a:pt x="122337" y="129778"/>
                  <a:pt x="120997" y="124532"/>
                  <a:pt x="123304" y="120365"/>
                </a:cubicBezTo>
                <a:lnTo>
                  <a:pt x="131676" y="105370"/>
                </a:lnTo>
                <a:cubicBezTo>
                  <a:pt x="134094" y="101017"/>
                  <a:pt x="139638" y="99492"/>
                  <a:pt x="143917" y="101984"/>
                </a:cubicBezTo>
                <a:lnTo>
                  <a:pt x="145703" y="103026"/>
                </a:lnTo>
                <a:cubicBezTo>
                  <a:pt x="151842" y="106561"/>
                  <a:pt x="160846" y="101352"/>
                  <a:pt x="160846" y="94283"/>
                </a:cubicBezTo>
                <a:lnTo>
                  <a:pt x="160846" y="92087"/>
                </a:lnTo>
                <a:close/>
                <a:moveTo>
                  <a:pt x="198127" y="142801"/>
                </a:moveTo>
                <a:cubicBezTo>
                  <a:pt x="198127" y="132122"/>
                  <a:pt x="189458" y="123453"/>
                  <a:pt x="178780" y="123453"/>
                </a:cubicBezTo>
                <a:cubicBezTo>
                  <a:pt x="168102" y="123453"/>
                  <a:pt x="159432" y="132122"/>
                  <a:pt x="159432" y="142801"/>
                </a:cubicBezTo>
                <a:cubicBezTo>
                  <a:pt x="159432" y="153479"/>
                  <a:pt x="168102" y="162148"/>
                  <a:pt x="178780" y="162148"/>
                </a:cubicBezTo>
                <a:cubicBezTo>
                  <a:pt x="189458" y="162148"/>
                  <a:pt x="198127" y="153479"/>
                  <a:pt x="198127" y="142801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1" name="Text 39"/>
          <p:cNvSpPr/>
          <p:nvPr/>
        </p:nvSpPr>
        <p:spPr>
          <a:xfrm>
            <a:off x="6791325" y="3747969"/>
            <a:ext cx="357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Shaxsiy tavsiyalar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91325" y="4052769"/>
            <a:ext cx="35528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imtihonlarga tayyorgarlik uchun individual rejalarni quradi.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52210" y="4578073"/>
            <a:ext cx="5551170" cy="541020"/>
          </a:xfrm>
          <a:custGeom>
            <a:avLst/>
            <a:gdLst/>
            <a:ahLst/>
            <a:cxnLst/>
            <a:rect l="l" t="t" r="r" b="b"/>
            <a:pathLst>
              <a:path w="5551170" h="541020">
                <a:moveTo>
                  <a:pt x="114301" y="0"/>
                </a:moveTo>
                <a:lnTo>
                  <a:pt x="5436869" y="0"/>
                </a:lnTo>
                <a:cubicBezTo>
                  <a:pt x="5499996" y="0"/>
                  <a:pt x="5551170" y="51174"/>
                  <a:pt x="5551170" y="114301"/>
                </a:cubicBezTo>
                <a:lnTo>
                  <a:pt x="5551170" y="426719"/>
                </a:lnTo>
                <a:cubicBezTo>
                  <a:pt x="5551170" y="489846"/>
                  <a:pt x="5499996" y="541020"/>
                  <a:pt x="5436869" y="541020"/>
                </a:cubicBezTo>
                <a:lnTo>
                  <a:pt x="114301" y="541020"/>
                </a:lnTo>
                <a:cubicBezTo>
                  <a:pt x="51174" y="541020"/>
                  <a:pt x="0" y="489846"/>
                  <a:pt x="0" y="4267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w="1016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36995" y="47342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5" name="Text 43"/>
          <p:cNvSpPr/>
          <p:nvPr/>
        </p:nvSpPr>
        <p:spPr>
          <a:xfrm>
            <a:off x="6808470" y="4734282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Fokus natijaga, kontentga emas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438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Monetizatsiya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400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Monetizatsiya Modeli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3703320" cy="2293620"/>
          </a:xfrm>
          <a:custGeom>
            <a:avLst/>
            <a:gdLst/>
            <a:ahLst/>
            <a:cxnLst/>
            <a:rect l="l" t="t" r="r" b="b"/>
            <a:pathLst>
              <a:path w="3703320" h="2293620">
                <a:moveTo>
                  <a:pt x="152411" y="0"/>
                </a:moveTo>
                <a:lnTo>
                  <a:pt x="3550909" y="0"/>
                </a:lnTo>
                <a:cubicBezTo>
                  <a:pt x="3635083" y="0"/>
                  <a:pt x="3703320" y="68237"/>
                  <a:pt x="3703320" y="152411"/>
                </a:cubicBezTo>
                <a:lnTo>
                  <a:pt x="3703320" y="2141209"/>
                </a:lnTo>
                <a:cubicBezTo>
                  <a:pt x="3703320" y="2225383"/>
                  <a:pt x="3635083" y="2293620"/>
                  <a:pt x="3550909" y="2293620"/>
                </a:cubicBezTo>
                <a:lnTo>
                  <a:pt x="152411" y="2293620"/>
                </a:lnTo>
                <a:cubicBezTo>
                  <a:pt x="68237" y="2293620"/>
                  <a:pt x="0" y="2225383"/>
                  <a:pt x="0" y="214120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04881" y="1417320"/>
            <a:ext cx="657225" cy="304800"/>
          </a:xfrm>
          <a:custGeom>
            <a:avLst/>
            <a:gdLst/>
            <a:ahLst/>
            <a:cxnLst/>
            <a:rect l="l" t="t" r="r" b="b"/>
            <a:pathLst>
              <a:path w="657225" h="304800">
                <a:moveTo>
                  <a:pt x="152400" y="0"/>
                </a:moveTo>
                <a:lnTo>
                  <a:pt x="504825" y="0"/>
                </a:lnTo>
                <a:cubicBezTo>
                  <a:pt x="588937" y="0"/>
                  <a:pt x="657225" y="68288"/>
                  <a:pt x="657225" y="152400"/>
                </a:cubicBezTo>
                <a:lnTo>
                  <a:pt x="657225" y="152400"/>
                </a:lnTo>
                <a:cubicBezTo>
                  <a:pt x="657225" y="236512"/>
                  <a:pt x="588937" y="304800"/>
                  <a:pt x="5048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23943" y="1501140"/>
            <a:ext cx="4224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395" y="1836420"/>
            <a:ext cx="3486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20,000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5782" y="225552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so'm/oy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6504" y="26269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008" y="259842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Cheklangan testlar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6504" y="28936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008" y="286512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Bazoviy AI tahlil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6504" y="31603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008" y="313182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test/hafta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9341" y="1226820"/>
            <a:ext cx="3691890" cy="2282190"/>
          </a:xfrm>
          <a:custGeom>
            <a:avLst/>
            <a:gdLst/>
            <a:ahLst/>
            <a:cxnLst/>
            <a:rect l="l" t="t" r="r" b="b"/>
            <a:pathLst>
              <a:path w="3691890" h="2282190">
                <a:moveTo>
                  <a:pt x="152405" y="0"/>
                </a:moveTo>
                <a:lnTo>
                  <a:pt x="3539485" y="0"/>
                </a:lnTo>
                <a:cubicBezTo>
                  <a:pt x="3623656" y="0"/>
                  <a:pt x="3691890" y="68234"/>
                  <a:pt x="3691890" y="152405"/>
                </a:cubicBezTo>
                <a:lnTo>
                  <a:pt x="3691890" y="2129785"/>
                </a:lnTo>
                <a:cubicBezTo>
                  <a:pt x="3691890" y="2213956"/>
                  <a:pt x="3623656" y="2282190"/>
                  <a:pt x="3539485" y="2282190"/>
                </a:cubicBezTo>
                <a:lnTo>
                  <a:pt x="152405" y="2282190"/>
                </a:lnTo>
                <a:cubicBezTo>
                  <a:pt x="68234" y="2282190"/>
                  <a:pt x="0" y="2213956"/>
                  <a:pt x="0" y="212978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 w="20320">
            <a:solidFill>
              <a:srgbClr val="E07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40122" y="1120140"/>
            <a:ext cx="714375" cy="304800"/>
          </a:xfrm>
          <a:custGeom>
            <a:avLst/>
            <a:gdLst/>
            <a:ahLst/>
            <a:cxnLst/>
            <a:rect l="l" t="t" r="r" b="b"/>
            <a:pathLst>
              <a:path w="714375" h="304800">
                <a:moveTo>
                  <a:pt x="152400" y="0"/>
                </a:moveTo>
                <a:lnTo>
                  <a:pt x="561975" y="0"/>
                </a:lnTo>
                <a:cubicBezTo>
                  <a:pt x="646087" y="0"/>
                  <a:pt x="714375" y="68288"/>
                  <a:pt x="714375" y="152400"/>
                </a:cubicBezTo>
                <a:lnTo>
                  <a:pt x="714375" y="152400"/>
                </a:lnTo>
                <a:cubicBezTo>
                  <a:pt x="714375" y="236512"/>
                  <a:pt x="646087" y="304800"/>
                  <a:pt x="5619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4422" y="1219200"/>
            <a:ext cx="540068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61736" y="150114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50,000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14123" y="1920240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so'm/oy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74845" y="22917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348" y="226314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Cheksiz testlar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74845" y="25584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348" y="252984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topshiriqlar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74845" y="28251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690348" y="279654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Batafsil tushuntirish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6371" y="1223010"/>
            <a:ext cx="3703320" cy="2293620"/>
          </a:xfrm>
          <a:custGeom>
            <a:avLst/>
            <a:gdLst/>
            <a:ahLst/>
            <a:cxnLst/>
            <a:rect l="l" t="t" r="r" b="b"/>
            <a:pathLst>
              <a:path w="3703320" h="2293620">
                <a:moveTo>
                  <a:pt x="152411" y="0"/>
                </a:moveTo>
                <a:lnTo>
                  <a:pt x="3550909" y="0"/>
                </a:lnTo>
                <a:cubicBezTo>
                  <a:pt x="3635083" y="0"/>
                  <a:pt x="3703320" y="68237"/>
                  <a:pt x="3703320" y="152411"/>
                </a:cubicBezTo>
                <a:lnTo>
                  <a:pt x="3703320" y="2141209"/>
                </a:lnTo>
                <a:cubicBezTo>
                  <a:pt x="3703320" y="2225383"/>
                  <a:pt x="3635083" y="2293620"/>
                  <a:pt x="3550909" y="2293620"/>
                </a:cubicBezTo>
                <a:lnTo>
                  <a:pt x="152411" y="2293620"/>
                </a:lnTo>
                <a:cubicBezTo>
                  <a:pt x="68237" y="2293620"/>
                  <a:pt x="0" y="2225383"/>
                  <a:pt x="0" y="214120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E07A5F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17975" y="1417320"/>
            <a:ext cx="876300" cy="304800"/>
          </a:xfrm>
          <a:custGeom>
            <a:avLst/>
            <a:gdLst/>
            <a:ahLst/>
            <a:cxnLst/>
            <a:rect l="l" t="t" r="r" b="b"/>
            <a:pathLst>
              <a:path w="876300" h="304800">
                <a:moveTo>
                  <a:pt x="152400" y="0"/>
                </a:moveTo>
                <a:lnTo>
                  <a:pt x="723900" y="0"/>
                </a:lnTo>
                <a:cubicBezTo>
                  <a:pt x="808012" y="0"/>
                  <a:pt x="876300" y="68288"/>
                  <a:pt x="876300" y="152400"/>
                </a:cubicBezTo>
                <a:lnTo>
                  <a:pt x="876300" y="152400"/>
                </a:lnTo>
                <a:cubicBezTo>
                  <a:pt x="876300" y="236512"/>
                  <a:pt x="808012" y="304800"/>
                  <a:pt x="7239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637038" y="1501140"/>
            <a:ext cx="639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14956" y="1836420"/>
            <a:ext cx="3486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70,000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67343" y="225552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so'm/oy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28065" y="26269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4" name="Text 32"/>
          <p:cNvSpPr/>
          <p:nvPr/>
        </p:nvSpPr>
        <p:spPr>
          <a:xfrm>
            <a:off x="8543568" y="259842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Barcha PRO funksiyalar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28065" y="28936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8543568" y="286512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Ota-onalarga hisobotlar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28065" y="31603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8" name="Text 36"/>
          <p:cNvSpPr/>
          <p:nvPr/>
        </p:nvSpPr>
        <p:spPr>
          <a:xfrm>
            <a:off x="8543568" y="313182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Shaxsiy menejer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810" y="3714750"/>
            <a:ext cx="5627370" cy="1988820"/>
          </a:xfrm>
          <a:custGeom>
            <a:avLst/>
            <a:gdLst/>
            <a:ahLst/>
            <a:cxnLst/>
            <a:rect l="l" t="t" r="r" b="b"/>
            <a:pathLst>
              <a:path w="5627370" h="1988820">
                <a:moveTo>
                  <a:pt x="114297" y="0"/>
                </a:moveTo>
                <a:lnTo>
                  <a:pt x="5513073" y="0"/>
                </a:lnTo>
                <a:cubicBezTo>
                  <a:pt x="5576197" y="0"/>
                  <a:pt x="5627370" y="51173"/>
                  <a:pt x="5627370" y="114297"/>
                </a:cubicBezTo>
                <a:lnTo>
                  <a:pt x="5627370" y="1874523"/>
                </a:lnTo>
                <a:cubicBezTo>
                  <a:pt x="5627370" y="1937647"/>
                  <a:pt x="5576197" y="1988820"/>
                  <a:pt x="5513073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4832" y="391858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42863"/>
                </a:moveTo>
                <a:lnTo>
                  <a:pt x="0" y="53578"/>
                </a:lnTo>
                <a:lnTo>
                  <a:pt x="171450" y="53578"/>
                </a:lnTo>
                <a:lnTo>
                  <a:pt x="171450" y="42863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close/>
                <a:moveTo>
                  <a:pt x="0" y="69652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9652"/>
                </a:lnTo>
                <a:lnTo>
                  <a:pt x="0" y="69652"/>
                </a:lnTo>
                <a:close/>
                <a:moveTo>
                  <a:pt x="21431" y="120551"/>
                </a:moveTo>
                <a:cubicBezTo>
                  <a:pt x="21431" y="116097"/>
                  <a:pt x="25014" y="112514"/>
                  <a:pt x="29468" y="112514"/>
                </a:cubicBezTo>
                <a:lnTo>
                  <a:pt x="45541" y="112514"/>
                </a:lnTo>
                <a:cubicBezTo>
                  <a:pt x="49995" y="112514"/>
                  <a:pt x="53578" y="116097"/>
                  <a:pt x="53578" y="120551"/>
                </a:cubicBezTo>
                <a:cubicBezTo>
                  <a:pt x="53578" y="125004"/>
                  <a:pt x="49995" y="128588"/>
                  <a:pt x="45541" y="128588"/>
                </a:cubicBezTo>
                <a:lnTo>
                  <a:pt x="29468" y="128588"/>
                </a:lnTo>
                <a:cubicBezTo>
                  <a:pt x="25014" y="128588"/>
                  <a:pt x="21431" y="125004"/>
                  <a:pt x="21431" y="120551"/>
                </a:cubicBezTo>
                <a:close/>
                <a:moveTo>
                  <a:pt x="69652" y="120551"/>
                </a:moveTo>
                <a:cubicBezTo>
                  <a:pt x="69652" y="116097"/>
                  <a:pt x="73235" y="112514"/>
                  <a:pt x="77688" y="112514"/>
                </a:cubicBez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7688" y="128588"/>
                </a:lnTo>
                <a:cubicBezTo>
                  <a:pt x="73235" y="128588"/>
                  <a:pt x="69652" y="125004"/>
                  <a:pt x="69652" y="12055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41" name="Text 39"/>
          <p:cNvSpPr/>
          <p:nvPr/>
        </p:nvSpPr>
        <p:spPr>
          <a:xfrm>
            <a:off x="760095" y="387096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Mahalliy to'lov tizimlari integratsiya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1020" y="4251960"/>
            <a:ext cx="1695450" cy="876300"/>
          </a:xfrm>
          <a:custGeom>
            <a:avLst/>
            <a:gdLst/>
            <a:ahLst/>
            <a:cxnLst/>
            <a:rect l="l" t="t" r="r" b="b"/>
            <a:pathLst>
              <a:path w="1695450" h="876300">
                <a:moveTo>
                  <a:pt x="76203" y="0"/>
                </a:moveTo>
                <a:lnTo>
                  <a:pt x="1619247" y="0"/>
                </a:lnTo>
                <a:cubicBezTo>
                  <a:pt x="1661333" y="0"/>
                  <a:pt x="1695450" y="34117"/>
                  <a:pt x="1695450" y="76203"/>
                </a:cubicBezTo>
                <a:lnTo>
                  <a:pt x="1695450" y="800097"/>
                </a:lnTo>
                <a:cubicBezTo>
                  <a:pt x="1695450" y="842183"/>
                  <a:pt x="1661333" y="876300"/>
                  <a:pt x="16192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98170" y="4366260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6745" y="4709042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351961" y="4251960"/>
            <a:ext cx="1695450" cy="876300"/>
          </a:xfrm>
          <a:custGeom>
            <a:avLst/>
            <a:gdLst/>
            <a:ahLst/>
            <a:cxnLst/>
            <a:rect l="l" t="t" r="r" b="b"/>
            <a:pathLst>
              <a:path w="1695450" h="876300">
                <a:moveTo>
                  <a:pt x="76203" y="0"/>
                </a:moveTo>
                <a:lnTo>
                  <a:pt x="1619247" y="0"/>
                </a:lnTo>
                <a:cubicBezTo>
                  <a:pt x="1661333" y="0"/>
                  <a:pt x="1695450" y="34117"/>
                  <a:pt x="1695450" y="76203"/>
                </a:cubicBezTo>
                <a:lnTo>
                  <a:pt x="1695450" y="800097"/>
                </a:lnTo>
                <a:cubicBezTo>
                  <a:pt x="1695450" y="842183"/>
                  <a:pt x="1661333" y="876300"/>
                  <a:pt x="16192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2409111" y="4366260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437686" y="4709042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163020" y="4251960"/>
            <a:ext cx="1695450" cy="876300"/>
          </a:xfrm>
          <a:custGeom>
            <a:avLst/>
            <a:gdLst/>
            <a:ahLst/>
            <a:cxnLst/>
            <a:rect l="l" t="t" r="r" b="b"/>
            <a:pathLst>
              <a:path w="1695450" h="876300">
                <a:moveTo>
                  <a:pt x="76203" y="0"/>
                </a:moveTo>
                <a:lnTo>
                  <a:pt x="1619247" y="0"/>
                </a:lnTo>
                <a:cubicBezTo>
                  <a:pt x="1661333" y="0"/>
                  <a:pt x="1695450" y="34117"/>
                  <a:pt x="1695450" y="76203"/>
                </a:cubicBezTo>
                <a:lnTo>
                  <a:pt x="1695450" y="800097"/>
                </a:lnTo>
                <a:cubicBezTo>
                  <a:pt x="1695450" y="842183"/>
                  <a:pt x="1661333" y="876300"/>
                  <a:pt x="16192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220170" y="4366260"/>
            <a:ext cx="1581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C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Uzum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248745" y="4709042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Uzum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6010" y="3714750"/>
            <a:ext cx="5627370" cy="1988820"/>
          </a:xfrm>
          <a:custGeom>
            <a:avLst/>
            <a:gdLst/>
            <a:ahLst/>
            <a:cxnLst/>
            <a:rect l="l" t="t" r="r" b="b"/>
            <a:pathLst>
              <a:path w="5627370" h="1988820">
                <a:moveTo>
                  <a:pt x="114297" y="0"/>
                </a:moveTo>
                <a:lnTo>
                  <a:pt x="5513073" y="0"/>
                </a:lnTo>
                <a:cubicBezTo>
                  <a:pt x="5576197" y="0"/>
                  <a:pt x="5627370" y="51173"/>
                  <a:pt x="5627370" y="114297"/>
                </a:cubicBezTo>
                <a:lnTo>
                  <a:pt x="5627370" y="1874523"/>
                </a:lnTo>
                <a:cubicBezTo>
                  <a:pt x="5627370" y="1937647"/>
                  <a:pt x="5576197" y="1988820"/>
                  <a:pt x="5513073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66748" y="391858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6551295" y="387096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Chegirma strategiyasi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32220" y="4251960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08420" y="434721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oy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72989" y="4328160"/>
            <a:ext cx="33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84387" y="436626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tejash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32220" y="4709160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08420" y="4804411"/>
            <a:ext cx="27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yil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28817" y="4785361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284387" y="4823461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tejash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32220" y="5166361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408420" y="5261611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yil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57868" y="5242561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284387" y="5280661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tejash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84810" y="5901690"/>
            <a:ext cx="11418570" cy="426720"/>
          </a:xfrm>
          <a:custGeom>
            <a:avLst/>
            <a:gdLst/>
            <a:ahLst/>
            <a:cxnLst/>
            <a:rect l="l" t="t" r="r" b="b"/>
            <a:pathLst>
              <a:path w="11418570" h="4267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312419"/>
                </a:lnTo>
                <a:cubicBezTo>
                  <a:pt x="11418570" y="375546"/>
                  <a:pt x="11367396" y="426720"/>
                  <a:pt x="11304269" y="426720"/>
                </a:cubicBezTo>
                <a:lnTo>
                  <a:pt x="114301" y="426720"/>
                </a:lnTo>
                <a:cubicBezTo>
                  <a:pt x="51174" y="426720"/>
                  <a:pt x="0" y="375546"/>
                  <a:pt x="0" y="3124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34326" y="604266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8" name="Text 66"/>
          <p:cNvSpPr/>
          <p:nvPr/>
        </p:nvSpPr>
        <p:spPr>
          <a:xfrm>
            <a:off x="698182" y="601980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Nechchi uzoq muddat — shuncha ko'p tejash.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 LTV ni oshiradi.</a:t>
            </a:r>
            <a:endParaRPr lang="en-US" sz="1600" dirty="0"/>
          </a:p>
        </p:txBody>
      </p:sp>
      <p:pic>
        <p:nvPicPr>
          <p:cNvPr id="69" name="Image 0" descr="https://kimi-img.moonshot.cn/pub/slides/26-04-13-19:18:37-d7ed23fb6fiqjh1mdj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38625"/>
            <a:ext cx="1626870" cy="941070"/>
          </a:xfrm>
          <a:prstGeom prst="rect">
            <a:avLst/>
          </a:prstGeom>
        </p:spPr>
      </p:pic>
      <p:pic>
        <p:nvPicPr>
          <p:cNvPr id="70" name="Image 1" descr="https://kimi-img.moonshot.cn/pub/slides/26-04-13-19:19:45-d7ed2kde9orp918nju0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678" y="4251959"/>
            <a:ext cx="1796452" cy="914401"/>
          </a:xfrm>
          <a:prstGeom prst="rect">
            <a:avLst/>
          </a:prstGeom>
        </p:spPr>
      </p:pic>
      <p:pic>
        <p:nvPicPr>
          <p:cNvPr id="71" name="Image 2" descr="https://kimi-img.moonshot.cn/pub/slides/26-04-13-19:20:57-d7ed36e00qr5joruliv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150" y="4251960"/>
            <a:ext cx="1696412" cy="9029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438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Raqobat Tahlili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3724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Yechim + Raqobatchilar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6151245" cy="4665345"/>
          </a:xfrm>
          <a:custGeom>
            <a:avLst/>
            <a:gdLst/>
            <a:ahLst/>
            <a:cxnLst/>
            <a:rect l="l" t="t" r="r" b="b"/>
            <a:pathLst>
              <a:path w="6151245" h="4665345">
                <a:moveTo>
                  <a:pt x="152417" y="0"/>
                </a:moveTo>
                <a:lnTo>
                  <a:pt x="5998828" y="0"/>
                </a:lnTo>
                <a:cubicBezTo>
                  <a:pt x="6083006" y="0"/>
                  <a:pt x="6151245" y="68239"/>
                  <a:pt x="6151245" y="152417"/>
                </a:cubicBezTo>
                <a:lnTo>
                  <a:pt x="6151245" y="4512928"/>
                </a:lnTo>
                <a:cubicBezTo>
                  <a:pt x="6151245" y="4597106"/>
                  <a:pt x="6083006" y="4665345"/>
                  <a:pt x="5998828" y="4665345"/>
                </a:cubicBezTo>
                <a:lnTo>
                  <a:pt x="152417" y="4665345"/>
                </a:lnTo>
                <a:cubicBezTo>
                  <a:pt x="68239" y="4665345"/>
                  <a:pt x="0" y="4597106"/>
                  <a:pt x="0" y="451292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9120" y="1417320"/>
          <a:ext cx="5762624" cy="4008120"/>
        </p:xfrm>
        <a:graphic>
          <a:graphicData uri="http://schemas.openxmlformats.org/drawingml/2006/table">
            <a:tbl>
              <a:tblPr/>
              <a:tblGrid>
                <a:gridCol w="2738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02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Xususiyat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E07A5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Smart Edu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Kundalik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Moodle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02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topshiriq yaratish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4A5C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02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PDF/Word dan avtomatik vazifa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02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Adaptive quiz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02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Talabaga feedback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✅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020">
                <a:tc>
                  <a:txBody>
                    <a:bodyPr/>
                    <a:lstStyle/>
                    <a:p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774180" y="1223010"/>
            <a:ext cx="5036820" cy="998220"/>
          </a:xfrm>
          <a:custGeom>
            <a:avLst/>
            <a:gdLst/>
            <a:ahLst/>
            <a:cxnLst/>
            <a:rect l="l" t="t" r="r" b="b"/>
            <a:pathLst>
              <a:path w="5036820" h="998220">
                <a:moveTo>
                  <a:pt x="114296" y="0"/>
                </a:moveTo>
                <a:lnTo>
                  <a:pt x="4922524" y="0"/>
                </a:lnTo>
                <a:cubicBezTo>
                  <a:pt x="4985648" y="0"/>
                  <a:pt x="5036820" y="51172"/>
                  <a:pt x="5036820" y="114296"/>
                </a:cubicBezTo>
                <a:lnTo>
                  <a:pt x="5036820" y="883924"/>
                </a:lnTo>
                <a:cubicBezTo>
                  <a:pt x="5036820" y="947048"/>
                  <a:pt x="4985648" y="998220"/>
                  <a:pt x="49225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30390" y="1379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025640" y="149352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7425690" y="143637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Yordamchi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30390" y="1874520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Avtomatik topshiriq yaratish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74180" y="2343151"/>
            <a:ext cx="5036820" cy="998220"/>
          </a:xfrm>
          <a:custGeom>
            <a:avLst/>
            <a:gdLst/>
            <a:ahLst/>
            <a:cxnLst/>
            <a:rect l="l" t="t" r="r" b="b"/>
            <a:pathLst>
              <a:path w="5036820" h="998220">
                <a:moveTo>
                  <a:pt x="114296" y="0"/>
                </a:moveTo>
                <a:lnTo>
                  <a:pt x="4922524" y="0"/>
                </a:lnTo>
                <a:cubicBezTo>
                  <a:pt x="4985648" y="0"/>
                  <a:pt x="5036820" y="51172"/>
                  <a:pt x="5036820" y="114296"/>
                </a:cubicBezTo>
                <a:lnTo>
                  <a:pt x="5036820" y="883924"/>
                </a:lnTo>
                <a:cubicBezTo>
                  <a:pt x="5036820" y="947048"/>
                  <a:pt x="4985648" y="998220"/>
                  <a:pt x="49225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30390" y="24993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063740" y="26136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90488"/>
                </a:lnTo>
                <a:lnTo>
                  <a:pt x="54203" y="90488"/>
                </a:lnTo>
                <a:lnTo>
                  <a:pt x="44976" y="81260"/>
                </a:lnTo>
                <a:cubicBezTo>
                  <a:pt x="42178" y="78462"/>
                  <a:pt x="42178" y="73938"/>
                  <a:pt x="44976" y="71170"/>
                </a:cubicBezTo>
                <a:cubicBezTo>
                  <a:pt x="47774" y="68401"/>
                  <a:pt x="52298" y="68372"/>
                  <a:pt x="55066" y="71170"/>
                </a:cubicBezTo>
                <a:lnTo>
                  <a:pt x="76498" y="92601"/>
                </a:lnTo>
                <a:cubicBezTo>
                  <a:pt x="79296" y="95399"/>
                  <a:pt x="79296" y="99923"/>
                  <a:pt x="76498" y="102691"/>
                </a:cubicBezTo>
                <a:lnTo>
                  <a:pt x="55066" y="124123"/>
                </a:lnTo>
                <a:cubicBezTo>
                  <a:pt x="52268" y="126921"/>
                  <a:pt x="47744" y="126921"/>
                  <a:pt x="44976" y="124123"/>
                </a:cubicBezTo>
                <a:cubicBezTo>
                  <a:pt x="42208" y="121325"/>
                  <a:pt x="42178" y="116800"/>
                  <a:pt x="44976" y="114032"/>
                </a:cubicBezTo>
                <a:lnTo>
                  <a:pt x="54203" y="104805"/>
                </a:lnTo>
                <a:lnTo>
                  <a:pt x="0" y="104805"/>
                </a:lnTo>
                <a:lnTo>
                  <a:pt x="0" y="133380"/>
                </a:lnTo>
                <a:cubicBezTo>
                  <a:pt x="0" y="143887"/>
                  <a:pt x="8543" y="152430"/>
                  <a:pt x="19050" y="152430"/>
                </a:cubicBezTo>
                <a:lnTo>
                  <a:pt x="95250" y="152430"/>
                </a:lnTo>
                <a:cubicBezTo>
                  <a:pt x="105757" y="152430"/>
                  <a:pt x="114300" y="143887"/>
                  <a:pt x="114300" y="133380"/>
                </a:cubicBezTo>
                <a:lnTo>
                  <a:pt x="114300" y="50780"/>
                </a:lnTo>
                <a:cubicBezTo>
                  <a:pt x="114300" y="45720"/>
                  <a:pt x="112306" y="40868"/>
                  <a:pt x="108734" y="37296"/>
                </a:cubicBezTo>
                <a:lnTo>
                  <a:pt x="77004" y="5566"/>
                </a:lnTo>
                <a:cubicBezTo>
                  <a:pt x="73432" y="1994"/>
                  <a:pt x="68610" y="0"/>
                  <a:pt x="63550" y="0"/>
                </a:cubicBezTo>
                <a:lnTo>
                  <a:pt x="19050" y="0"/>
                </a:lnTo>
                <a:close/>
                <a:moveTo>
                  <a:pt x="96887" y="52388"/>
                </a:moveTo>
                <a:lnTo>
                  <a:pt x="69056" y="52388"/>
                </a:lnTo>
                <a:cubicBezTo>
                  <a:pt x="65097" y="52388"/>
                  <a:pt x="61912" y="49203"/>
                  <a:pt x="61912" y="45244"/>
                </a:cubicBezTo>
                <a:lnTo>
                  <a:pt x="61912" y="17413"/>
                </a:lnTo>
                <a:lnTo>
                  <a:pt x="96887" y="52388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6" name="Text 13"/>
          <p:cNvSpPr/>
          <p:nvPr/>
        </p:nvSpPr>
        <p:spPr>
          <a:xfrm>
            <a:off x="7425690" y="2556511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Import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30390" y="2994661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PDF/Word dan avtomatik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774180" y="3463290"/>
            <a:ext cx="5036820" cy="998220"/>
          </a:xfrm>
          <a:custGeom>
            <a:avLst/>
            <a:gdLst/>
            <a:ahLst/>
            <a:cxnLst/>
            <a:rect l="l" t="t" r="r" b="b"/>
            <a:pathLst>
              <a:path w="5036820" h="998220">
                <a:moveTo>
                  <a:pt x="114296" y="0"/>
                </a:moveTo>
                <a:lnTo>
                  <a:pt x="4922524" y="0"/>
                </a:lnTo>
                <a:cubicBezTo>
                  <a:pt x="4985648" y="0"/>
                  <a:pt x="5036820" y="51172"/>
                  <a:pt x="5036820" y="114296"/>
                </a:cubicBezTo>
                <a:lnTo>
                  <a:pt x="5036820" y="883924"/>
                </a:lnTo>
                <a:cubicBezTo>
                  <a:pt x="5036820" y="947048"/>
                  <a:pt x="4985648" y="998220"/>
                  <a:pt x="49225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30390" y="361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044690" y="3733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8"/>
          <p:cNvSpPr/>
          <p:nvPr/>
        </p:nvSpPr>
        <p:spPr>
          <a:xfrm>
            <a:off x="7425690" y="367665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Test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930390" y="4114800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Shaxsiylashtirilgan quiz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4810" y="6046471"/>
            <a:ext cx="11418570" cy="426720"/>
          </a:xfrm>
          <a:custGeom>
            <a:avLst/>
            <a:gdLst/>
            <a:ahLst/>
            <a:cxnLst/>
            <a:rect l="l" t="t" r="r" b="b"/>
            <a:pathLst>
              <a:path w="11418570" h="4267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312419"/>
                </a:lnTo>
                <a:cubicBezTo>
                  <a:pt x="11418570" y="375546"/>
                  <a:pt x="11367396" y="426720"/>
                  <a:pt x="11304269" y="426720"/>
                </a:cubicBezTo>
                <a:lnTo>
                  <a:pt x="114301" y="426720"/>
                </a:lnTo>
                <a:cubicBezTo>
                  <a:pt x="51174" y="426720"/>
                  <a:pt x="0" y="375546"/>
                  <a:pt x="0" y="3124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999" y="618744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7583" y="0"/>
                </a:moveTo>
                <a:lnTo>
                  <a:pt x="95923" y="0"/>
                </a:lnTo>
                <a:cubicBezTo>
                  <a:pt x="102825" y="0"/>
                  <a:pt x="108451" y="5678"/>
                  <a:pt x="108191" y="12554"/>
                </a:cubicBezTo>
                <a:cubicBezTo>
                  <a:pt x="108139" y="13934"/>
                  <a:pt x="108086" y="15314"/>
                  <a:pt x="108008" y="16669"/>
                </a:cubicBezTo>
                <a:lnTo>
                  <a:pt x="120927" y="16669"/>
                </a:lnTo>
                <a:cubicBezTo>
                  <a:pt x="127724" y="16669"/>
                  <a:pt x="133715" y="22294"/>
                  <a:pt x="133194" y="29639"/>
                </a:cubicBezTo>
                <a:cubicBezTo>
                  <a:pt x="131240" y="56648"/>
                  <a:pt x="117437" y="71493"/>
                  <a:pt x="102461" y="79255"/>
                </a:cubicBezTo>
                <a:cubicBezTo>
                  <a:pt x="98346" y="81390"/>
                  <a:pt x="94152" y="82979"/>
                  <a:pt x="90168" y="84151"/>
                </a:cubicBezTo>
                <a:cubicBezTo>
                  <a:pt x="84906" y="91600"/>
                  <a:pt x="79437" y="95533"/>
                  <a:pt x="75088" y="97642"/>
                </a:cubicBezTo>
                <a:lnTo>
                  <a:pt x="75088" y="116681"/>
                </a:lnTo>
                <a:lnTo>
                  <a:pt x="91756" y="116681"/>
                </a:lnTo>
                <a:cubicBezTo>
                  <a:pt x="96366" y="116681"/>
                  <a:pt x="100091" y="120406"/>
                  <a:pt x="100091" y="125016"/>
                </a:cubicBezTo>
                <a:cubicBezTo>
                  <a:pt x="100091" y="129626"/>
                  <a:pt x="96366" y="133350"/>
                  <a:pt x="91756" y="133350"/>
                </a:cubicBezTo>
                <a:lnTo>
                  <a:pt x="41750" y="133350"/>
                </a:lnTo>
                <a:cubicBezTo>
                  <a:pt x="37140" y="133350"/>
                  <a:pt x="33416" y="129626"/>
                  <a:pt x="33416" y="125016"/>
                </a:cubicBezTo>
                <a:cubicBezTo>
                  <a:pt x="33416" y="120406"/>
                  <a:pt x="37140" y="116681"/>
                  <a:pt x="41750" y="116681"/>
                </a:cubicBezTo>
                <a:lnTo>
                  <a:pt x="58419" y="116681"/>
                </a:lnTo>
                <a:lnTo>
                  <a:pt x="58419" y="97642"/>
                </a:lnTo>
                <a:cubicBezTo>
                  <a:pt x="54252" y="95637"/>
                  <a:pt x="49069" y="91913"/>
                  <a:pt x="44016" y="85063"/>
                </a:cubicBezTo>
                <a:cubicBezTo>
                  <a:pt x="39224" y="83813"/>
                  <a:pt x="34015" y="81911"/>
                  <a:pt x="28936" y="79046"/>
                </a:cubicBezTo>
                <a:cubicBezTo>
                  <a:pt x="14846" y="71155"/>
                  <a:pt x="2136" y="56283"/>
                  <a:pt x="313" y="29587"/>
                </a:cubicBezTo>
                <a:cubicBezTo>
                  <a:pt x="-182" y="22268"/>
                  <a:pt x="5782" y="16643"/>
                  <a:pt x="12580" y="16643"/>
                </a:cubicBezTo>
                <a:lnTo>
                  <a:pt x="25498" y="16643"/>
                </a:lnTo>
                <a:cubicBezTo>
                  <a:pt x="25420" y="15288"/>
                  <a:pt x="25368" y="13934"/>
                  <a:pt x="25316" y="12528"/>
                </a:cubicBezTo>
                <a:cubicBezTo>
                  <a:pt x="25055" y="5626"/>
                  <a:pt x="30681" y="-26"/>
                  <a:pt x="37583" y="-26"/>
                </a:cubicBezTo>
                <a:close/>
                <a:moveTo>
                  <a:pt x="26436" y="29170"/>
                </a:moveTo>
                <a:lnTo>
                  <a:pt x="12788" y="29170"/>
                </a:lnTo>
                <a:cubicBezTo>
                  <a:pt x="14403" y="51230"/>
                  <a:pt x="24534" y="62273"/>
                  <a:pt x="34978" y="68134"/>
                </a:cubicBezTo>
                <a:cubicBezTo>
                  <a:pt x="31228" y="58419"/>
                  <a:pt x="28129" y="45735"/>
                  <a:pt x="26436" y="29170"/>
                </a:cubicBezTo>
                <a:close/>
                <a:moveTo>
                  <a:pt x="98971" y="66883"/>
                </a:moveTo>
                <a:cubicBezTo>
                  <a:pt x="109519" y="60685"/>
                  <a:pt x="119051" y="49668"/>
                  <a:pt x="120666" y="29170"/>
                </a:cubicBezTo>
                <a:lnTo>
                  <a:pt x="107045" y="29170"/>
                </a:lnTo>
                <a:cubicBezTo>
                  <a:pt x="105430" y="45032"/>
                  <a:pt x="102513" y="57351"/>
                  <a:pt x="98971" y="6688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Text 22"/>
          <p:cNvSpPr/>
          <p:nvPr/>
        </p:nvSpPr>
        <p:spPr>
          <a:xfrm>
            <a:off x="698182" y="6164580"/>
            <a:ext cx="1102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Edu: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Fokus natijaga, kontentga emas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4381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Jamoa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71500"/>
            <a:ext cx="118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Jamoa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23010"/>
            <a:ext cx="2731770" cy="2950845"/>
          </a:xfrm>
          <a:custGeom>
            <a:avLst/>
            <a:gdLst/>
            <a:ahLst/>
            <a:cxnLst/>
            <a:rect l="l" t="t" r="r" b="b"/>
            <a:pathLst>
              <a:path w="2731770" h="2950845">
                <a:moveTo>
                  <a:pt x="152405" y="0"/>
                </a:moveTo>
                <a:lnTo>
                  <a:pt x="2579365" y="0"/>
                </a:lnTo>
                <a:cubicBezTo>
                  <a:pt x="2663536" y="0"/>
                  <a:pt x="2731770" y="68234"/>
                  <a:pt x="2731770" y="152405"/>
                </a:cubicBezTo>
                <a:lnTo>
                  <a:pt x="2731770" y="2798440"/>
                </a:lnTo>
                <a:cubicBezTo>
                  <a:pt x="2731770" y="2882611"/>
                  <a:pt x="2663536" y="2950845"/>
                  <a:pt x="2579365" y="2950845"/>
                </a:cubicBezTo>
                <a:lnTo>
                  <a:pt x="152405" y="2950845"/>
                </a:lnTo>
                <a:cubicBezTo>
                  <a:pt x="68234" y="2950845"/>
                  <a:pt x="0" y="2882611"/>
                  <a:pt x="0" y="279844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7800" y="1417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29966" y="157924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531495" y="214122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Jumayev</a:t>
            </a: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Diyorbek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5782" y="24079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Loyiha rahbari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0551" y="27889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0006" y="-7144"/>
                </a:moveTo>
                <a:cubicBezTo>
                  <a:pt x="53958" y="-7144"/>
                  <a:pt x="57150" y="-3951"/>
                  <a:pt x="57150" y="0"/>
                </a:cubicBezTo>
                <a:lnTo>
                  <a:pt x="57150" y="7144"/>
                </a:lnTo>
                <a:lnTo>
                  <a:pt x="64294" y="7144"/>
                </a:lnTo>
                <a:cubicBezTo>
                  <a:pt x="68245" y="7144"/>
                  <a:pt x="71438" y="10336"/>
                  <a:pt x="71438" y="14288"/>
                </a:cubicBezTo>
                <a:cubicBezTo>
                  <a:pt x="71438" y="18239"/>
                  <a:pt x="68245" y="21431"/>
                  <a:pt x="64294" y="21431"/>
                </a:cubicBezTo>
                <a:lnTo>
                  <a:pt x="57150" y="21431"/>
                </a:lnTo>
                <a:lnTo>
                  <a:pt x="57150" y="35719"/>
                </a:lnTo>
                <a:lnTo>
                  <a:pt x="91485" y="35719"/>
                </a:lnTo>
                <a:cubicBezTo>
                  <a:pt x="96195" y="35719"/>
                  <a:pt x="100013" y="39536"/>
                  <a:pt x="100013" y="44247"/>
                </a:cubicBezTo>
                <a:cubicBezTo>
                  <a:pt x="100013" y="45675"/>
                  <a:pt x="99655" y="47082"/>
                  <a:pt x="98963" y="48332"/>
                </a:cubicBezTo>
                <a:lnTo>
                  <a:pt x="78581" y="85725"/>
                </a:lnTo>
                <a:lnTo>
                  <a:pt x="91127" y="101419"/>
                </a:lnTo>
                <a:cubicBezTo>
                  <a:pt x="92244" y="102825"/>
                  <a:pt x="92869" y="104567"/>
                  <a:pt x="92869" y="106375"/>
                </a:cubicBezTo>
                <a:cubicBezTo>
                  <a:pt x="92869" y="110750"/>
                  <a:pt x="89319" y="114300"/>
                  <a:pt x="84944" y="114300"/>
                </a:cubicBezTo>
                <a:lnTo>
                  <a:pt x="15069" y="114300"/>
                </a:lnTo>
                <a:cubicBezTo>
                  <a:pt x="10693" y="114300"/>
                  <a:pt x="7144" y="110750"/>
                  <a:pt x="7144" y="106375"/>
                </a:cubicBezTo>
                <a:cubicBezTo>
                  <a:pt x="7144" y="104567"/>
                  <a:pt x="7747" y="102825"/>
                  <a:pt x="8885" y="101419"/>
                </a:cubicBezTo>
                <a:lnTo>
                  <a:pt x="21431" y="85725"/>
                </a:lnTo>
                <a:lnTo>
                  <a:pt x="1049" y="48354"/>
                </a:lnTo>
                <a:cubicBezTo>
                  <a:pt x="357" y="47082"/>
                  <a:pt x="0" y="45675"/>
                  <a:pt x="0" y="44247"/>
                </a:cubicBezTo>
                <a:cubicBezTo>
                  <a:pt x="0" y="39536"/>
                  <a:pt x="3817" y="35719"/>
                  <a:pt x="8528" y="35719"/>
                </a:cubicBezTo>
                <a:lnTo>
                  <a:pt x="42863" y="35719"/>
                </a:lnTo>
                <a:lnTo>
                  <a:pt x="42863" y="21431"/>
                </a:lnTo>
                <a:lnTo>
                  <a:pt x="35719" y="21431"/>
                </a:lnTo>
                <a:cubicBezTo>
                  <a:pt x="31767" y="21431"/>
                  <a:pt x="28575" y="18239"/>
                  <a:pt x="28575" y="14288"/>
                </a:cubicBezTo>
                <a:cubicBezTo>
                  <a:pt x="28575" y="10336"/>
                  <a:pt x="31767" y="7144"/>
                  <a:pt x="35719" y="7144"/>
                </a:cubicBezTo>
                <a:lnTo>
                  <a:pt x="42863" y="7144"/>
                </a:lnTo>
                <a:lnTo>
                  <a:pt x="42863" y="0"/>
                </a:lnTo>
                <a:cubicBezTo>
                  <a:pt x="42863" y="-3951"/>
                  <a:pt x="46055" y="-7144"/>
                  <a:pt x="50006" y="-7144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2" name="Text 10"/>
          <p:cNvSpPr/>
          <p:nvPr/>
        </p:nvSpPr>
        <p:spPr>
          <a:xfrm>
            <a:off x="798195" y="275082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Strategik rejalashtirish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3055620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71438" y="3572"/>
                </a:moveTo>
                <a:cubicBezTo>
                  <a:pt x="84251" y="3572"/>
                  <a:pt x="94655" y="13975"/>
                  <a:pt x="94655" y="26789"/>
                </a:cubicBezTo>
                <a:cubicBezTo>
                  <a:pt x="94655" y="39603"/>
                  <a:pt x="84251" y="50006"/>
                  <a:pt x="71438" y="50006"/>
                </a:cubicBezTo>
                <a:cubicBezTo>
                  <a:pt x="58624" y="50006"/>
                  <a:pt x="48220" y="39603"/>
                  <a:pt x="48220" y="26789"/>
                </a:cubicBezTo>
                <a:cubicBezTo>
                  <a:pt x="48220" y="13975"/>
                  <a:pt x="58624" y="3572"/>
                  <a:pt x="71438" y="3572"/>
                </a:cubicBezTo>
                <a:close/>
                <a:moveTo>
                  <a:pt x="21431" y="19645"/>
                </a:moveTo>
                <a:cubicBezTo>
                  <a:pt x="30302" y="19645"/>
                  <a:pt x="37505" y="26848"/>
                  <a:pt x="37505" y="35719"/>
                </a:cubicBezTo>
                <a:cubicBezTo>
                  <a:pt x="37505" y="44590"/>
                  <a:pt x="30302" y="51792"/>
                  <a:pt x="21431" y="51792"/>
                </a:cubicBezTo>
                <a:cubicBezTo>
                  <a:pt x="12560" y="51792"/>
                  <a:pt x="5358" y="44590"/>
                  <a:pt x="5358" y="35719"/>
                </a:cubicBezTo>
                <a:cubicBezTo>
                  <a:pt x="5358" y="26848"/>
                  <a:pt x="12560" y="19645"/>
                  <a:pt x="21431" y="19645"/>
                </a:cubicBezTo>
                <a:close/>
                <a:moveTo>
                  <a:pt x="0" y="92869"/>
                </a:moveTo>
                <a:cubicBezTo>
                  <a:pt x="0" y="77086"/>
                  <a:pt x="12792" y="64294"/>
                  <a:pt x="28575" y="64294"/>
                </a:cubicBezTo>
                <a:cubicBezTo>
                  <a:pt x="31433" y="64294"/>
                  <a:pt x="34201" y="64718"/>
                  <a:pt x="36813" y="65499"/>
                </a:cubicBezTo>
                <a:cubicBezTo>
                  <a:pt x="29468" y="73715"/>
                  <a:pt x="25003" y="84564"/>
                  <a:pt x="25003" y="96441"/>
                </a:cubicBezTo>
                <a:lnTo>
                  <a:pt x="25003" y="100013"/>
                </a:lnTo>
                <a:cubicBezTo>
                  <a:pt x="25003" y="102557"/>
                  <a:pt x="25539" y="104968"/>
                  <a:pt x="26499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92869"/>
                </a:lnTo>
                <a:close/>
                <a:moveTo>
                  <a:pt x="116376" y="107156"/>
                </a:moveTo>
                <a:cubicBezTo>
                  <a:pt x="117336" y="104968"/>
                  <a:pt x="117872" y="102557"/>
                  <a:pt x="117872" y="100013"/>
                </a:cubicBezTo>
                <a:lnTo>
                  <a:pt x="117872" y="96441"/>
                </a:lnTo>
                <a:cubicBezTo>
                  <a:pt x="117872" y="84564"/>
                  <a:pt x="113407" y="73715"/>
                  <a:pt x="106062" y="65499"/>
                </a:cubicBezTo>
                <a:cubicBezTo>
                  <a:pt x="108674" y="64718"/>
                  <a:pt x="111443" y="64294"/>
                  <a:pt x="114300" y="64294"/>
                </a:cubicBezTo>
                <a:cubicBezTo>
                  <a:pt x="130083" y="64294"/>
                  <a:pt x="142875" y="77086"/>
                  <a:pt x="142875" y="92869"/>
                </a:cubicBezTo>
                <a:lnTo>
                  <a:pt x="142875" y="100013"/>
                </a:lnTo>
                <a:cubicBezTo>
                  <a:pt x="142875" y="103964"/>
                  <a:pt x="139683" y="107156"/>
                  <a:pt x="135731" y="107156"/>
                </a:cubicBezTo>
                <a:lnTo>
                  <a:pt x="116376" y="107156"/>
                </a:lnTo>
                <a:close/>
                <a:moveTo>
                  <a:pt x="105370" y="35719"/>
                </a:moveTo>
                <a:cubicBezTo>
                  <a:pt x="105370" y="26848"/>
                  <a:pt x="112573" y="19645"/>
                  <a:pt x="121444" y="19645"/>
                </a:cubicBezTo>
                <a:cubicBezTo>
                  <a:pt x="130315" y="19645"/>
                  <a:pt x="137517" y="26848"/>
                  <a:pt x="137517" y="35719"/>
                </a:cubicBezTo>
                <a:cubicBezTo>
                  <a:pt x="137517" y="44590"/>
                  <a:pt x="130315" y="51792"/>
                  <a:pt x="121444" y="51792"/>
                </a:cubicBezTo>
                <a:cubicBezTo>
                  <a:pt x="112573" y="51792"/>
                  <a:pt x="105370" y="44590"/>
                  <a:pt x="105370" y="35719"/>
                </a:cubicBezTo>
                <a:close/>
                <a:moveTo>
                  <a:pt x="35719" y="96441"/>
                </a:moveTo>
                <a:cubicBezTo>
                  <a:pt x="35719" y="76706"/>
                  <a:pt x="51703" y="60722"/>
                  <a:pt x="71438" y="60722"/>
                </a:cubicBezTo>
                <a:cubicBezTo>
                  <a:pt x="91172" y="60722"/>
                  <a:pt x="107156" y="76706"/>
                  <a:pt x="107156" y="96441"/>
                </a:cubicBezTo>
                <a:lnTo>
                  <a:pt x="107156" y="100013"/>
                </a:lnTo>
                <a:cubicBezTo>
                  <a:pt x="107156" y="103964"/>
                  <a:pt x="103964" y="107156"/>
                  <a:pt x="100013" y="107156"/>
                </a:cubicBezTo>
                <a:lnTo>
                  <a:pt x="42863" y="107156"/>
                </a:lnTo>
                <a:cubicBezTo>
                  <a:pt x="38911" y="107156"/>
                  <a:pt x="35719" y="103964"/>
                  <a:pt x="35719" y="100013"/>
                </a:cubicBezTo>
                <a:lnTo>
                  <a:pt x="35719" y="96441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4" name="Text 12"/>
          <p:cNvSpPr/>
          <p:nvPr/>
        </p:nvSpPr>
        <p:spPr>
          <a:xfrm>
            <a:off x="798195" y="301752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Jamoani boshqarish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6264" y="332232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0030" y="19020"/>
                </a:moveTo>
                <a:lnTo>
                  <a:pt x="34000" y="47952"/>
                </a:lnTo>
                <a:cubicBezTo>
                  <a:pt x="32973" y="49091"/>
                  <a:pt x="33018" y="50855"/>
                  <a:pt x="34111" y="51948"/>
                </a:cubicBezTo>
                <a:cubicBezTo>
                  <a:pt x="40920" y="58757"/>
                  <a:pt x="51971" y="58757"/>
                  <a:pt x="58780" y="51948"/>
                </a:cubicBezTo>
                <a:lnTo>
                  <a:pt x="65879" y="44849"/>
                </a:lnTo>
                <a:cubicBezTo>
                  <a:pt x="66816" y="43912"/>
                  <a:pt x="68000" y="43398"/>
                  <a:pt x="69205" y="43309"/>
                </a:cubicBezTo>
                <a:cubicBezTo>
                  <a:pt x="70723" y="43175"/>
                  <a:pt x="72286" y="43688"/>
                  <a:pt x="73447" y="44849"/>
                </a:cubicBezTo>
                <a:lnTo>
                  <a:pt x="112871" y="83939"/>
                </a:lnTo>
                <a:lnTo>
                  <a:pt x="128588" y="71438"/>
                </a:lnTo>
                <a:lnTo>
                  <a:pt x="128588" y="7144"/>
                </a:lnTo>
                <a:lnTo>
                  <a:pt x="103584" y="21431"/>
                </a:lnTo>
                <a:lnTo>
                  <a:pt x="98271" y="17882"/>
                </a:lnTo>
                <a:cubicBezTo>
                  <a:pt x="94744" y="15538"/>
                  <a:pt x="90614" y="14288"/>
                  <a:pt x="86372" y="14288"/>
                </a:cubicBezTo>
                <a:lnTo>
                  <a:pt x="70656" y="14288"/>
                </a:lnTo>
                <a:cubicBezTo>
                  <a:pt x="70411" y="14288"/>
                  <a:pt x="70143" y="14288"/>
                  <a:pt x="69897" y="14310"/>
                </a:cubicBezTo>
                <a:cubicBezTo>
                  <a:pt x="66124" y="14511"/>
                  <a:pt x="62575" y="16207"/>
                  <a:pt x="60030" y="19020"/>
                </a:cubicBezTo>
                <a:close/>
                <a:moveTo>
                  <a:pt x="26030" y="40786"/>
                </a:moveTo>
                <a:lnTo>
                  <a:pt x="49872" y="14288"/>
                </a:lnTo>
                <a:lnTo>
                  <a:pt x="41032" y="14288"/>
                </a:lnTo>
                <a:cubicBezTo>
                  <a:pt x="35339" y="14288"/>
                  <a:pt x="29892" y="16542"/>
                  <a:pt x="25874" y="20561"/>
                </a:cubicBezTo>
                <a:lnTo>
                  <a:pt x="25003" y="21431"/>
                </a:lnTo>
                <a:lnTo>
                  <a:pt x="0" y="7144"/>
                </a:lnTo>
                <a:lnTo>
                  <a:pt x="0" y="71438"/>
                </a:lnTo>
                <a:lnTo>
                  <a:pt x="34915" y="100526"/>
                </a:lnTo>
                <a:cubicBezTo>
                  <a:pt x="40050" y="104812"/>
                  <a:pt x="46524" y="107156"/>
                  <a:pt x="53199" y="107156"/>
                </a:cubicBezTo>
                <a:lnTo>
                  <a:pt x="56704" y="107156"/>
                </a:lnTo>
                <a:lnTo>
                  <a:pt x="55141" y="105594"/>
                </a:lnTo>
                <a:cubicBezTo>
                  <a:pt x="53042" y="103495"/>
                  <a:pt x="53042" y="100102"/>
                  <a:pt x="55141" y="98026"/>
                </a:cubicBezTo>
                <a:cubicBezTo>
                  <a:pt x="57239" y="95949"/>
                  <a:pt x="60633" y="95927"/>
                  <a:pt x="62709" y="98026"/>
                </a:cubicBezTo>
                <a:lnTo>
                  <a:pt x="71862" y="107179"/>
                </a:lnTo>
                <a:lnTo>
                  <a:pt x="73871" y="107179"/>
                </a:lnTo>
                <a:cubicBezTo>
                  <a:pt x="78135" y="107179"/>
                  <a:pt x="82309" y="106219"/>
                  <a:pt x="86105" y="104433"/>
                </a:cubicBezTo>
                <a:lnTo>
                  <a:pt x="80144" y="98450"/>
                </a:lnTo>
                <a:cubicBezTo>
                  <a:pt x="78045" y="96351"/>
                  <a:pt x="78045" y="92958"/>
                  <a:pt x="80144" y="90882"/>
                </a:cubicBezTo>
                <a:cubicBezTo>
                  <a:pt x="82242" y="88806"/>
                  <a:pt x="85636" y="88783"/>
                  <a:pt x="87712" y="90882"/>
                </a:cubicBezTo>
                <a:lnTo>
                  <a:pt x="94856" y="98026"/>
                </a:lnTo>
                <a:lnTo>
                  <a:pt x="98762" y="94119"/>
                </a:lnTo>
                <a:cubicBezTo>
                  <a:pt x="100749" y="92132"/>
                  <a:pt x="101330" y="89252"/>
                  <a:pt x="100459" y="86730"/>
                </a:cubicBezTo>
                <a:lnTo>
                  <a:pt x="69674" y="56190"/>
                </a:lnTo>
                <a:lnTo>
                  <a:pt x="66348" y="59516"/>
                </a:lnTo>
                <a:cubicBezTo>
                  <a:pt x="55342" y="70522"/>
                  <a:pt x="37527" y="70522"/>
                  <a:pt x="26521" y="59516"/>
                </a:cubicBezTo>
                <a:cubicBezTo>
                  <a:pt x="21387" y="54382"/>
                  <a:pt x="21186" y="46144"/>
                  <a:pt x="26030" y="40764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Text 14"/>
          <p:cNvSpPr/>
          <p:nvPr/>
        </p:nvSpPr>
        <p:spPr>
          <a:xfrm>
            <a:off x="798195" y="328422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Investorlar bilan ishlash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120" y="3630930"/>
            <a:ext cx="2343150" cy="7620"/>
          </a:xfrm>
          <a:custGeom>
            <a:avLst/>
            <a:gdLst/>
            <a:ahLst/>
            <a:cxnLst/>
            <a:rect l="l" t="t" r="r" b="b"/>
            <a:pathLst>
              <a:path w="2343150" h="762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72314" y="3779520"/>
            <a:ext cx="20026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38526" y="3794761"/>
            <a:ext cx="589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yil tajriba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80410" y="1223010"/>
            <a:ext cx="2731770" cy="2950845"/>
          </a:xfrm>
          <a:custGeom>
            <a:avLst/>
            <a:gdLst/>
            <a:ahLst/>
            <a:cxnLst/>
            <a:rect l="l" t="t" r="r" b="b"/>
            <a:pathLst>
              <a:path w="2731770" h="2950845">
                <a:moveTo>
                  <a:pt x="152405" y="0"/>
                </a:moveTo>
                <a:lnTo>
                  <a:pt x="2579365" y="0"/>
                </a:lnTo>
                <a:cubicBezTo>
                  <a:pt x="2663536" y="0"/>
                  <a:pt x="2731770" y="68234"/>
                  <a:pt x="2731770" y="152405"/>
                </a:cubicBezTo>
                <a:lnTo>
                  <a:pt x="2731770" y="2798440"/>
                </a:lnTo>
                <a:cubicBezTo>
                  <a:pt x="2731770" y="2882611"/>
                  <a:pt x="2663536" y="2950845"/>
                  <a:pt x="2579365" y="2950845"/>
                </a:cubicBezTo>
                <a:lnTo>
                  <a:pt x="152405" y="2950845"/>
                </a:lnTo>
                <a:cubicBezTo>
                  <a:pt x="68234" y="2950845"/>
                  <a:pt x="0" y="2882611"/>
                  <a:pt x="0" y="279844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1" name="Shape 19"/>
          <p:cNvSpPr/>
          <p:nvPr/>
        </p:nvSpPr>
        <p:spPr>
          <a:xfrm>
            <a:off x="4343400" y="1417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89847" y="157924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3441383" y="24079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Bosh dasturchi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74720" y="2788920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14288" y="21431"/>
                </a:moveTo>
                <a:cubicBezTo>
                  <a:pt x="14288" y="13551"/>
                  <a:pt x="20695" y="7144"/>
                  <a:pt x="28575" y="7144"/>
                </a:cubicBezTo>
                <a:lnTo>
                  <a:pt x="114300" y="7144"/>
                </a:lnTo>
                <a:cubicBezTo>
                  <a:pt x="122180" y="7144"/>
                  <a:pt x="128588" y="13551"/>
                  <a:pt x="128588" y="21431"/>
                </a:cubicBezTo>
                <a:lnTo>
                  <a:pt x="128588" y="75009"/>
                </a:lnTo>
                <a:lnTo>
                  <a:pt x="114300" y="75009"/>
                </a:lnTo>
                <a:lnTo>
                  <a:pt x="114300" y="21431"/>
                </a:lnTo>
                <a:lnTo>
                  <a:pt x="28575" y="21431"/>
                </a:lnTo>
                <a:lnTo>
                  <a:pt x="28575" y="75009"/>
                </a:lnTo>
                <a:lnTo>
                  <a:pt x="14288" y="75009"/>
                </a:lnTo>
                <a:lnTo>
                  <a:pt x="14288" y="21431"/>
                </a:lnTo>
                <a:close/>
                <a:moveTo>
                  <a:pt x="0" y="90011"/>
                </a:moveTo>
                <a:cubicBezTo>
                  <a:pt x="0" y="87645"/>
                  <a:pt x="1920" y="85725"/>
                  <a:pt x="4286" y="85725"/>
                </a:cubicBezTo>
                <a:lnTo>
                  <a:pt x="138589" y="85725"/>
                </a:lnTo>
                <a:cubicBezTo>
                  <a:pt x="140955" y="85725"/>
                  <a:pt x="142875" y="87645"/>
                  <a:pt x="142875" y="90011"/>
                </a:cubicBezTo>
                <a:cubicBezTo>
                  <a:pt x="142875" y="99477"/>
                  <a:pt x="135195" y="107156"/>
                  <a:pt x="125730" y="107156"/>
                </a:cubicBezTo>
                <a:lnTo>
                  <a:pt x="17145" y="107156"/>
                </a:lnTo>
                <a:cubicBezTo>
                  <a:pt x="7680" y="107156"/>
                  <a:pt x="0" y="99477"/>
                  <a:pt x="0" y="90011"/>
                </a:cubicBezTo>
                <a:close/>
                <a:moveTo>
                  <a:pt x="62731" y="46658"/>
                </a:moveTo>
                <a:lnTo>
                  <a:pt x="55811" y="53578"/>
                </a:lnTo>
                <a:lnTo>
                  <a:pt x="62731" y="60499"/>
                </a:lnTo>
                <a:cubicBezTo>
                  <a:pt x="64830" y="62597"/>
                  <a:pt x="64830" y="65990"/>
                  <a:pt x="62731" y="68067"/>
                </a:cubicBezTo>
                <a:cubicBezTo>
                  <a:pt x="60633" y="70143"/>
                  <a:pt x="57239" y="70165"/>
                  <a:pt x="55163" y="68067"/>
                </a:cubicBezTo>
                <a:lnTo>
                  <a:pt x="44448" y="57351"/>
                </a:lnTo>
                <a:cubicBezTo>
                  <a:pt x="42349" y="55252"/>
                  <a:pt x="42349" y="51859"/>
                  <a:pt x="44448" y="49783"/>
                </a:cubicBezTo>
                <a:lnTo>
                  <a:pt x="55163" y="39067"/>
                </a:lnTo>
                <a:cubicBezTo>
                  <a:pt x="57262" y="36969"/>
                  <a:pt x="60655" y="36969"/>
                  <a:pt x="62731" y="39067"/>
                </a:cubicBezTo>
                <a:cubicBezTo>
                  <a:pt x="64807" y="41166"/>
                  <a:pt x="64830" y="44559"/>
                  <a:pt x="62731" y="46635"/>
                </a:cubicBezTo>
                <a:close/>
                <a:moveTo>
                  <a:pt x="87734" y="39067"/>
                </a:moveTo>
                <a:lnTo>
                  <a:pt x="98450" y="49783"/>
                </a:lnTo>
                <a:cubicBezTo>
                  <a:pt x="100548" y="51881"/>
                  <a:pt x="100548" y="55275"/>
                  <a:pt x="98450" y="57351"/>
                </a:cubicBezTo>
                <a:lnTo>
                  <a:pt x="87734" y="68067"/>
                </a:lnTo>
                <a:cubicBezTo>
                  <a:pt x="85636" y="70165"/>
                  <a:pt x="82242" y="70165"/>
                  <a:pt x="80166" y="68067"/>
                </a:cubicBezTo>
                <a:cubicBezTo>
                  <a:pt x="78090" y="65968"/>
                  <a:pt x="78068" y="62575"/>
                  <a:pt x="80166" y="60499"/>
                </a:cubicBezTo>
                <a:lnTo>
                  <a:pt x="87087" y="53578"/>
                </a:lnTo>
                <a:lnTo>
                  <a:pt x="80166" y="46658"/>
                </a:lnTo>
                <a:cubicBezTo>
                  <a:pt x="78068" y="44559"/>
                  <a:pt x="78068" y="41166"/>
                  <a:pt x="80166" y="39090"/>
                </a:cubicBezTo>
                <a:cubicBezTo>
                  <a:pt x="82265" y="37014"/>
                  <a:pt x="85658" y="36991"/>
                  <a:pt x="87734" y="3909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5" name="Text 23"/>
          <p:cNvSpPr/>
          <p:nvPr/>
        </p:nvSpPr>
        <p:spPr>
          <a:xfrm>
            <a:off x="3693795" y="275082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- Frontend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89008" y="30556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26789" y="12502"/>
                </a:moveTo>
                <a:cubicBezTo>
                  <a:pt x="26789" y="5603"/>
                  <a:pt x="32392" y="0"/>
                  <a:pt x="39291" y="0"/>
                </a:cubicBezTo>
                <a:lnTo>
                  <a:pt x="44648" y="0"/>
                </a:lnTo>
                <a:cubicBezTo>
                  <a:pt x="48600" y="0"/>
                  <a:pt x="51792" y="3192"/>
                  <a:pt x="51792" y="7144"/>
                </a:cubicBezTo>
                <a:lnTo>
                  <a:pt x="51792" y="107156"/>
                </a:lnTo>
                <a:cubicBezTo>
                  <a:pt x="51792" y="111108"/>
                  <a:pt x="48600" y="114300"/>
                  <a:pt x="44648" y="114300"/>
                </a:cubicBezTo>
                <a:lnTo>
                  <a:pt x="37505" y="114300"/>
                </a:lnTo>
                <a:cubicBezTo>
                  <a:pt x="30852" y="114300"/>
                  <a:pt x="25249" y="109746"/>
                  <a:pt x="23664" y="103584"/>
                </a:cubicBezTo>
                <a:cubicBezTo>
                  <a:pt x="23507" y="103584"/>
                  <a:pt x="23373" y="103584"/>
                  <a:pt x="23217" y="103584"/>
                </a:cubicBezTo>
                <a:cubicBezTo>
                  <a:pt x="13350" y="103584"/>
                  <a:pt x="5358" y="95592"/>
                  <a:pt x="5358" y="85725"/>
                </a:cubicBezTo>
                <a:cubicBezTo>
                  <a:pt x="5358" y="81707"/>
                  <a:pt x="6697" y="78001"/>
                  <a:pt x="8930" y="75009"/>
                </a:cubicBezTo>
                <a:cubicBezTo>
                  <a:pt x="4599" y="71750"/>
                  <a:pt x="1786" y="66571"/>
                  <a:pt x="1786" y="60722"/>
                </a:cubicBezTo>
                <a:cubicBezTo>
                  <a:pt x="1786" y="53824"/>
                  <a:pt x="5715" y="47818"/>
                  <a:pt x="11430" y="44849"/>
                </a:cubicBezTo>
                <a:cubicBezTo>
                  <a:pt x="9845" y="42170"/>
                  <a:pt x="8930" y="39045"/>
                  <a:pt x="8930" y="35719"/>
                </a:cubicBezTo>
                <a:cubicBezTo>
                  <a:pt x="8930" y="25851"/>
                  <a:pt x="16922" y="17859"/>
                  <a:pt x="26789" y="17859"/>
                </a:cubicBezTo>
                <a:lnTo>
                  <a:pt x="26789" y="12502"/>
                </a:lnTo>
                <a:close/>
                <a:moveTo>
                  <a:pt x="87511" y="12502"/>
                </a:moveTo>
                <a:lnTo>
                  <a:pt x="87511" y="17859"/>
                </a:lnTo>
                <a:cubicBezTo>
                  <a:pt x="97378" y="17859"/>
                  <a:pt x="105370" y="25851"/>
                  <a:pt x="105370" y="35719"/>
                </a:cubicBezTo>
                <a:cubicBezTo>
                  <a:pt x="105370" y="39067"/>
                  <a:pt x="104455" y="42193"/>
                  <a:pt x="102870" y="44849"/>
                </a:cubicBezTo>
                <a:cubicBezTo>
                  <a:pt x="108607" y="47818"/>
                  <a:pt x="112514" y="53801"/>
                  <a:pt x="112514" y="60722"/>
                </a:cubicBezTo>
                <a:cubicBezTo>
                  <a:pt x="112514" y="66571"/>
                  <a:pt x="109701" y="71750"/>
                  <a:pt x="105370" y="75009"/>
                </a:cubicBezTo>
                <a:cubicBezTo>
                  <a:pt x="107603" y="78001"/>
                  <a:pt x="108942" y="81707"/>
                  <a:pt x="108942" y="85725"/>
                </a:cubicBezTo>
                <a:cubicBezTo>
                  <a:pt x="108942" y="95592"/>
                  <a:pt x="100950" y="103584"/>
                  <a:pt x="91083" y="103584"/>
                </a:cubicBezTo>
                <a:cubicBezTo>
                  <a:pt x="90927" y="103584"/>
                  <a:pt x="90793" y="103584"/>
                  <a:pt x="90636" y="103584"/>
                </a:cubicBezTo>
                <a:cubicBezTo>
                  <a:pt x="89051" y="109746"/>
                  <a:pt x="83448" y="114300"/>
                  <a:pt x="76795" y="114300"/>
                </a:cubicBezTo>
                <a:lnTo>
                  <a:pt x="69652" y="114300"/>
                </a:lnTo>
                <a:cubicBezTo>
                  <a:pt x="65700" y="114300"/>
                  <a:pt x="62508" y="111108"/>
                  <a:pt x="62508" y="107156"/>
                </a:cubicBezTo>
                <a:lnTo>
                  <a:pt x="62508" y="7144"/>
                </a:lnTo>
                <a:cubicBezTo>
                  <a:pt x="62508" y="3192"/>
                  <a:pt x="65700" y="0"/>
                  <a:pt x="69652" y="0"/>
                </a:cubicBezTo>
                <a:lnTo>
                  <a:pt x="75009" y="0"/>
                </a:lnTo>
                <a:cubicBezTo>
                  <a:pt x="81908" y="0"/>
                  <a:pt x="87511" y="5603"/>
                  <a:pt x="87511" y="12502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7" name="Text 25"/>
          <p:cNvSpPr/>
          <p:nvPr/>
        </p:nvSpPr>
        <p:spPr>
          <a:xfrm>
            <a:off x="3693795" y="301752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integratsiya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89008" y="33223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42863" y="14288"/>
                </a:moveTo>
                <a:cubicBezTo>
                  <a:pt x="42863" y="10336"/>
                  <a:pt x="46055" y="7144"/>
                  <a:pt x="50006" y="7144"/>
                </a:cubicBezTo>
                <a:lnTo>
                  <a:pt x="64294" y="7144"/>
                </a:lnTo>
                <a:cubicBezTo>
                  <a:pt x="68245" y="7144"/>
                  <a:pt x="71438" y="10336"/>
                  <a:pt x="71438" y="14288"/>
                </a:cubicBezTo>
                <a:lnTo>
                  <a:pt x="71438" y="28575"/>
                </a:lnTo>
                <a:cubicBezTo>
                  <a:pt x="71438" y="32526"/>
                  <a:pt x="68245" y="35719"/>
                  <a:pt x="64294" y="35719"/>
                </a:cubicBezTo>
                <a:lnTo>
                  <a:pt x="62508" y="35719"/>
                </a:lnTo>
                <a:lnTo>
                  <a:pt x="62508" y="50006"/>
                </a:lnTo>
                <a:lnTo>
                  <a:pt x="89297" y="50006"/>
                </a:lnTo>
                <a:cubicBezTo>
                  <a:pt x="98182" y="50006"/>
                  <a:pt x="105370" y="57195"/>
                  <a:pt x="105370" y="66080"/>
                </a:cubicBezTo>
                <a:lnTo>
                  <a:pt x="105370" y="78581"/>
                </a:lnTo>
                <a:lnTo>
                  <a:pt x="107156" y="78581"/>
                </a:lnTo>
                <a:cubicBezTo>
                  <a:pt x="111108" y="78581"/>
                  <a:pt x="114300" y="81774"/>
                  <a:pt x="114300" y="85725"/>
                </a:cubicBezTo>
                <a:lnTo>
                  <a:pt x="114300" y="100013"/>
                </a:lnTo>
                <a:cubicBezTo>
                  <a:pt x="114300" y="103964"/>
                  <a:pt x="111108" y="107156"/>
                  <a:pt x="107156" y="107156"/>
                </a:cubicBezTo>
                <a:lnTo>
                  <a:pt x="92869" y="107156"/>
                </a:lnTo>
                <a:cubicBezTo>
                  <a:pt x="88917" y="107156"/>
                  <a:pt x="85725" y="103964"/>
                  <a:pt x="85725" y="100013"/>
                </a:cubicBezTo>
                <a:lnTo>
                  <a:pt x="85725" y="85725"/>
                </a:lnTo>
                <a:cubicBezTo>
                  <a:pt x="85725" y="81774"/>
                  <a:pt x="88917" y="78581"/>
                  <a:pt x="92869" y="78581"/>
                </a:cubicBezTo>
                <a:lnTo>
                  <a:pt x="94655" y="78581"/>
                </a:lnTo>
                <a:lnTo>
                  <a:pt x="94655" y="66080"/>
                </a:lnTo>
                <a:cubicBezTo>
                  <a:pt x="94655" y="63111"/>
                  <a:pt x="92266" y="60722"/>
                  <a:pt x="89297" y="60722"/>
                </a:cubicBezTo>
                <a:lnTo>
                  <a:pt x="62508" y="60722"/>
                </a:lnTo>
                <a:lnTo>
                  <a:pt x="62508" y="78581"/>
                </a:lnTo>
                <a:lnTo>
                  <a:pt x="64294" y="78581"/>
                </a:lnTo>
                <a:cubicBezTo>
                  <a:pt x="68245" y="78581"/>
                  <a:pt x="71438" y="81774"/>
                  <a:pt x="71438" y="85725"/>
                </a:cubicBezTo>
                <a:lnTo>
                  <a:pt x="71438" y="100013"/>
                </a:lnTo>
                <a:cubicBezTo>
                  <a:pt x="71438" y="103964"/>
                  <a:pt x="68245" y="107156"/>
                  <a:pt x="64294" y="107156"/>
                </a:cubicBezTo>
                <a:lnTo>
                  <a:pt x="50006" y="107156"/>
                </a:lnTo>
                <a:cubicBezTo>
                  <a:pt x="46055" y="107156"/>
                  <a:pt x="42863" y="103964"/>
                  <a:pt x="42863" y="100013"/>
                </a:cubicBezTo>
                <a:lnTo>
                  <a:pt x="42863" y="85725"/>
                </a:lnTo>
                <a:cubicBezTo>
                  <a:pt x="42863" y="81774"/>
                  <a:pt x="46055" y="78581"/>
                  <a:pt x="50006" y="78581"/>
                </a:cubicBezTo>
                <a:lnTo>
                  <a:pt x="51792" y="78581"/>
                </a:lnTo>
                <a:lnTo>
                  <a:pt x="51792" y="60722"/>
                </a:lnTo>
                <a:lnTo>
                  <a:pt x="25003" y="60722"/>
                </a:lnTo>
                <a:cubicBezTo>
                  <a:pt x="22034" y="60722"/>
                  <a:pt x="19645" y="63111"/>
                  <a:pt x="19645" y="66080"/>
                </a:cubicBezTo>
                <a:lnTo>
                  <a:pt x="19645" y="78581"/>
                </a:lnTo>
                <a:lnTo>
                  <a:pt x="21431" y="78581"/>
                </a:lnTo>
                <a:cubicBezTo>
                  <a:pt x="25383" y="78581"/>
                  <a:pt x="28575" y="81774"/>
                  <a:pt x="28575" y="85725"/>
                </a:cubicBezTo>
                <a:lnTo>
                  <a:pt x="28575" y="100013"/>
                </a:lnTo>
                <a:cubicBezTo>
                  <a:pt x="28575" y="103964"/>
                  <a:pt x="25383" y="107156"/>
                  <a:pt x="21431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85725"/>
                </a:lnTo>
                <a:cubicBezTo>
                  <a:pt x="0" y="81774"/>
                  <a:pt x="3192" y="78581"/>
                  <a:pt x="7144" y="78581"/>
                </a:cubicBezTo>
                <a:lnTo>
                  <a:pt x="8930" y="78581"/>
                </a:lnTo>
                <a:lnTo>
                  <a:pt x="8930" y="66080"/>
                </a:lnTo>
                <a:cubicBezTo>
                  <a:pt x="8930" y="57195"/>
                  <a:pt x="16118" y="50006"/>
                  <a:pt x="25003" y="50006"/>
                </a:cubicBezTo>
                <a:lnTo>
                  <a:pt x="51792" y="50006"/>
                </a:lnTo>
                <a:lnTo>
                  <a:pt x="51792" y="35719"/>
                </a:lnTo>
                <a:lnTo>
                  <a:pt x="50006" y="35719"/>
                </a:lnTo>
                <a:cubicBezTo>
                  <a:pt x="46055" y="35719"/>
                  <a:pt x="42863" y="32526"/>
                  <a:pt x="42863" y="28575"/>
                </a:cubicBezTo>
                <a:lnTo>
                  <a:pt x="42863" y="14288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9" name="Text 27"/>
          <p:cNvSpPr/>
          <p:nvPr/>
        </p:nvSpPr>
        <p:spPr>
          <a:xfrm>
            <a:off x="3693795" y="328422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Texnik arxitektura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74720" y="3630930"/>
            <a:ext cx="2343150" cy="7620"/>
          </a:xfrm>
          <a:custGeom>
            <a:avLst/>
            <a:gdLst/>
            <a:ahLst/>
            <a:cxnLst/>
            <a:rect l="l" t="t" r="r" b="b"/>
            <a:pathLst>
              <a:path w="2343150" h="762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267914" y="3779520"/>
            <a:ext cx="20026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34126" y="3794761"/>
            <a:ext cx="589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yil tajriba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6010" y="1223010"/>
            <a:ext cx="2731770" cy="2950845"/>
          </a:xfrm>
          <a:custGeom>
            <a:avLst/>
            <a:gdLst/>
            <a:ahLst/>
            <a:cxnLst/>
            <a:rect l="l" t="t" r="r" b="b"/>
            <a:pathLst>
              <a:path w="2731770" h="2950845">
                <a:moveTo>
                  <a:pt x="152405" y="0"/>
                </a:moveTo>
                <a:lnTo>
                  <a:pt x="2579365" y="0"/>
                </a:lnTo>
                <a:cubicBezTo>
                  <a:pt x="2663536" y="0"/>
                  <a:pt x="2731770" y="68234"/>
                  <a:pt x="2731770" y="152405"/>
                </a:cubicBezTo>
                <a:lnTo>
                  <a:pt x="2731770" y="2798440"/>
                </a:lnTo>
                <a:cubicBezTo>
                  <a:pt x="2731770" y="2882611"/>
                  <a:pt x="2663536" y="2950845"/>
                  <a:pt x="2579365" y="2950845"/>
                </a:cubicBezTo>
                <a:lnTo>
                  <a:pt x="152405" y="2950845"/>
                </a:lnTo>
                <a:cubicBezTo>
                  <a:pt x="68234" y="2950845"/>
                  <a:pt x="0" y="2882611"/>
                  <a:pt x="0" y="279844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39000" y="1417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03306" y="15792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42875"/>
                </a:moveTo>
                <a:cubicBezTo>
                  <a:pt x="285750" y="143377"/>
                  <a:pt x="285750" y="143880"/>
                  <a:pt x="285750" y="144382"/>
                </a:cubicBezTo>
                <a:cubicBezTo>
                  <a:pt x="285527" y="164753"/>
                  <a:pt x="266998" y="178594"/>
                  <a:pt x="246627" y="178594"/>
                </a:cubicBezTo>
                <a:lnTo>
                  <a:pt x="191988" y="178594"/>
                </a:lnTo>
                <a:cubicBezTo>
                  <a:pt x="177198" y="178594"/>
                  <a:pt x="165199" y="190593"/>
                  <a:pt x="165199" y="205383"/>
                </a:cubicBezTo>
                <a:cubicBezTo>
                  <a:pt x="165199" y="207280"/>
                  <a:pt x="165422" y="209122"/>
                  <a:pt x="165757" y="210908"/>
                </a:cubicBezTo>
                <a:cubicBezTo>
                  <a:pt x="166929" y="216601"/>
                  <a:pt x="169385" y="222070"/>
                  <a:pt x="171785" y="227595"/>
                </a:cubicBezTo>
                <a:cubicBezTo>
                  <a:pt x="175189" y="235297"/>
                  <a:pt x="178538" y="242943"/>
                  <a:pt x="178538" y="251036"/>
                </a:cubicBezTo>
                <a:cubicBezTo>
                  <a:pt x="178538" y="268784"/>
                  <a:pt x="166483" y="284913"/>
                  <a:pt x="148735" y="285638"/>
                </a:cubicBezTo>
                <a:cubicBezTo>
                  <a:pt x="146782" y="285694"/>
                  <a:pt x="144828" y="285750"/>
                  <a:pt x="142819" y="285750"/>
                </a:cubicBezTo>
                <a:cubicBezTo>
                  <a:pt x="63903" y="285750"/>
                  <a:pt x="-56" y="221791"/>
                  <a:pt x="-56" y="142875"/>
                </a:cubicBezTo>
                <a:cubicBezTo>
                  <a:pt x="-56" y="63959"/>
                  <a:pt x="63959" y="0"/>
                  <a:pt x="142875" y="0"/>
                </a:cubicBezTo>
                <a:cubicBezTo>
                  <a:pt x="221791" y="0"/>
                  <a:pt x="285750" y="63959"/>
                  <a:pt x="285750" y="142875"/>
                </a:cubicBezTo>
                <a:close/>
                <a:moveTo>
                  <a:pt x="71438" y="160734"/>
                </a:moveTo>
                <a:cubicBezTo>
                  <a:pt x="71438" y="150878"/>
                  <a:pt x="63435" y="142875"/>
                  <a:pt x="53578" y="142875"/>
                </a:cubicBezTo>
                <a:cubicBezTo>
                  <a:pt x="43721" y="142875"/>
                  <a:pt x="35719" y="150878"/>
                  <a:pt x="35719" y="160734"/>
                </a:cubicBezTo>
                <a:cubicBezTo>
                  <a:pt x="35719" y="170591"/>
                  <a:pt x="43721" y="178594"/>
                  <a:pt x="53578" y="178594"/>
                </a:cubicBezTo>
                <a:cubicBezTo>
                  <a:pt x="63435" y="178594"/>
                  <a:pt x="71438" y="170591"/>
                  <a:pt x="71438" y="160734"/>
                </a:cubicBezTo>
                <a:close/>
                <a:moveTo>
                  <a:pt x="71438" y="107156"/>
                </a:moveTo>
                <a:cubicBezTo>
                  <a:pt x="81294" y="107156"/>
                  <a:pt x="89297" y="99154"/>
                  <a:pt x="89297" y="89297"/>
                </a:cubicBezTo>
                <a:cubicBezTo>
                  <a:pt x="89297" y="79440"/>
                  <a:pt x="81294" y="71438"/>
                  <a:pt x="71438" y="71438"/>
                </a:cubicBezTo>
                <a:cubicBezTo>
                  <a:pt x="61581" y="71438"/>
                  <a:pt x="53578" y="79440"/>
                  <a:pt x="53578" y="89297"/>
                </a:cubicBezTo>
                <a:cubicBezTo>
                  <a:pt x="53578" y="99154"/>
                  <a:pt x="61581" y="107156"/>
                  <a:pt x="71438" y="107156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214313" y="107156"/>
                </a:moveTo>
                <a:cubicBezTo>
                  <a:pt x="224169" y="107156"/>
                  <a:pt x="232172" y="99154"/>
                  <a:pt x="232172" y="89297"/>
                </a:cubicBezTo>
                <a:cubicBezTo>
                  <a:pt x="232172" y="79440"/>
                  <a:pt x="224169" y="71438"/>
                  <a:pt x="214313" y="71438"/>
                </a:cubicBezTo>
                <a:cubicBezTo>
                  <a:pt x="204456" y="71438"/>
                  <a:pt x="196453" y="79440"/>
                  <a:pt x="196453" y="89297"/>
                </a:cubicBezTo>
                <a:cubicBezTo>
                  <a:pt x="196453" y="99154"/>
                  <a:pt x="204456" y="107156"/>
                  <a:pt x="214313" y="10715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6" name="Text 34"/>
          <p:cNvSpPr/>
          <p:nvPr/>
        </p:nvSpPr>
        <p:spPr>
          <a:xfrm>
            <a:off x="6322695" y="214122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 err="1">
                <a:solidFill>
                  <a:schemeClr val="bg1"/>
                </a:solidFill>
              </a:rPr>
              <a:t>Qahramonov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Asilbek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36982" y="24079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UI-UX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4607" y="27889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88962" y="2724"/>
                </a:moveTo>
                <a:lnTo>
                  <a:pt x="69272" y="22414"/>
                </a:lnTo>
                <a:lnTo>
                  <a:pt x="91886" y="45028"/>
                </a:lnTo>
                <a:lnTo>
                  <a:pt x="111576" y="25338"/>
                </a:lnTo>
                <a:cubicBezTo>
                  <a:pt x="113318" y="23574"/>
                  <a:pt x="114300" y="21208"/>
                  <a:pt x="114300" y="18752"/>
                </a:cubicBezTo>
                <a:cubicBezTo>
                  <a:pt x="114300" y="16297"/>
                  <a:pt x="113318" y="13930"/>
                  <a:pt x="111576" y="12167"/>
                </a:cubicBezTo>
                <a:lnTo>
                  <a:pt x="102133" y="2724"/>
                </a:lnTo>
                <a:cubicBezTo>
                  <a:pt x="100370" y="982"/>
                  <a:pt x="98003" y="0"/>
                  <a:pt x="95548" y="0"/>
                </a:cubicBezTo>
                <a:cubicBezTo>
                  <a:pt x="93092" y="0"/>
                  <a:pt x="90726" y="982"/>
                  <a:pt x="88962" y="2724"/>
                </a:cubicBezTo>
                <a:close/>
                <a:moveTo>
                  <a:pt x="61704" y="29981"/>
                </a:moveTo>
                <a:lnTo>
                  <a:pt x="2724" y="88962"/>
                </a:lnTo>
                <a:cubicBezTo>
                  <a:pt x="982" y="90726"/>
                  <a:pt x="0" y="93092"/>
                  <a:pt x="0" y="95548"/>
                </a:cubicBezTo>
                <a:cubicBezTo>
                  <a:pt x="0" y="98003"/>
                  <a:pt x="982" y="100370"/>
                  <a:pt x="2724" y="102133"/>
                </a:cubicBezTo>
                <a:lnTo>
                  <a:pt x="12167" y="111576"/>
                </a:lnTo>
                <a:cubicBezTo>
                  <a:pt x="13930" y="113318"/>
                  <a:pt x="16297" y="114300"/>
                  <a:pt x="18752" y="114300"/>
                </a:cubicBezTo>
                <a:cubicBezTo>
                  <a:pt x="21208" y="114300"/>
                  <a:pt x="23574" y="113318"/>
                  <a:pt x="25338" y="111576"/>
                </a:cubicBezTo>
                <a:lnTo>
                  <a:pt x="84319" y="52596"/>
                </a:lnTo>
                <a:lnTo>
                  <a:pt x="61704" y="29981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9" name="Text 37"/>
          <p:cNvSpPr/>
          <p:nvPr/>
        </p:nvSpPr>
        <p:spPr>
          <a:xfrm>
            <a:off x="6589395" y="275082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Foydalanuvchi tajribasi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7464" y="305562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107268" y="2299"/>
                </a:moveTo>
                <a:lnTo>
                  <a:pt x="57842" y="35272"/>
                </a:lnTo>
                <a:cubicBezTo>
                  <a:pt x="51346" y="39603"/>
                  <a:pt x="47216" y="46635"/>
                  <a:pt x="46546" y="54315"/>
                </a:cubicBezTo>
                <a:cubicBezTo>
                  <a:pt x="60454" y="57172"/>
                  <a:pt x="71415" y="68134"/>
                  <a:pt x="74295" y="82064"/>
                </a:cubicBezTo>
                <a:cubicBezTo>
                  <a:pt x="81997" y="81394"/>
                  <a:pt x="89007" y="77264"/>
                  <a:pt x="93338" y="70768"/>
                </a:cubicBezTo>
                <a:lnTo>
                  <a:pt x="126288" y="21320"/>
                </a:lnTo>
                <a:cubicBezTo>
                  <a:pt x="127784" y="19065"/>
                  <a:pt x="128588" y="16431"/>
                  <a:pt x="128588" y="13707"/>
                </a:cubicBezTo>
                <a:cubicBezTo>
                  <a:pt x="128588" y="6139"/>
                  <a:pt x="122448" y="0"/>
                  <a:pt x="114880" y="0"/>
                </a:cubicBezTo>
                <a:cubicBezTo>
                  <a:pt x="112179" y="0"/>
                  <a:pt x="109523" y="804"/>
                  <a:pt x="107268" y="2299"/>
                </a:cubicBezTo>
                <a:close/>
                <a:moveTo>
                  <a:pt x="64294" y="89297"/>
                </a:moveTo>
                <a:cubicBezTo>
                  <a:pt x="64294" y="75478"/>
                  <a:pt x="53109" y="64294"/>
                  <a:pt x="39291" y="64294"/>
                </a:cubicBezTo>
                <a:cubicBezTo>
                  <a:pt x="25472" y="64294"/>
                  <a:pt x="14288" y="75478"/>
                  <a:pt x="14288" y="89297"/>
                </a:cubicBezTo>
                <a:cubicBezTo>
                  <a:pt x="14288" y="90168"/>
                  <a:pt x="14332" y="91038"/>
                  <a:pt x="14421" y="91886"/>
                </a:cubicBezTo>
                <a:cubicBezTo>
                  <a:pt x="14823" y="95793"/>
                  <a:pt x="12144" y="100013"/>
                  <a:pt x="8215" y="100013"/>
                </a:cubicBezTo>
                <a:lnTo>
                  <a:pt x="7144" y="100013"/>
                </a:lnTo>
                <a:cubicBezTo>
                  <a:pt x="3192" y="100013"/>
                  <a:pt x="0" y="103205"/>
                  <a:pt x="0" y="107156"/>
                </a:cubicBezTo>
                <a:cubicBezTo>
                  <a:pt x="0" y="111108"/>
                  <a:pt x="3192" y="114300"/>
                  <a:pt x="7144" y="114300"/>
                </a:cubicBezTo>
                <a:lnTo>
                  <a:pt x="39291" y="114300"/>
                </a:lnTo>
                <a:cubicBezTo>
                  <a:pt x="53109" y="114300"/>
                  <a:pt x="64294" y="103116"/>
                  <a:pt x="64294" y="89297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1" name="Text 39"/>
          <p:cNvSpPr/>
          <p:nvPr/>
        </p:nvSpPr>
        <p:spPr>
          <a:xfrm>
            <a:off x="6589395" y="301752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Interfeys dizayni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7464" y="332232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4294" y="7144"/>
                </a:moveTo>
                <a:cubicBezTo>
                  <a:pt x="46256" y="7144"/>
                  <a:pt x="31812" y="15359"/>
                  <a:pt x="21297" y="25137"/>
                </a:cubicBezTo>
                <a:cubicBezTo>
                  <a:pt x="10850" y="34848"/>
                  <a:pt x="3862" y="46434"/>
                  <a:pt x="536" y="54404"/>
                </a:cubicBezTo>
                <a:cubicBezTo>
                  <a:pt x="-201" y="56168"/>
                  <a:pt x="-201" y="58132"/>
                  <a:pt x="536" y="59896"/>
                </a:cubicBezTo>
                <a:cubicBezTo>
                  <a:pt x="3862" y="67866"/>
                  <a:pt x="10850" y="79474"/>
                  <a:pt x="21297" y="89163"/>
                </a:cubicBezTo>
                <a:cubicBezTo>
                  <a:pt x="31812" y="98919"/>
                  <a:pt x="46256" y="107156"/>
                  <a:pt x="64294" y="107156"/>
                </a:cubicBezTo>
                <a:cubicBezTo>
                  <a:pt x="82332" y="107156"/>
                  <a:pt x="96775" y="98941"/>
                  <a:pt x="107290" y="89163"/>
                </a:cubicBezTo>
                <a:cubicBezTo>
                  <a:pt x="117738" y="79452"/>
                  <a:pt x="124725" y="67866"/>
                  <a:pt x="128052" y="59896"/>
                </a:cubicBezTo>
                <a:cubicBezTo>
                  <a:pt x="128788" y="58132"/>
                  <a:pt x="128788" y="56168"/>
                  <a:pt x="128052" y="54404"/>
                </a:cubicBezTo>
                <a:cubicBezTo>
                  <a:pt x="124725" y="46434"/>
                  <a:pt x="117738" y="34826"/>
                  <a:pt x="107290" y="25137"/>
                </a:cubicBezTo>
                <a:cubicBezTo>
                  <a:pt x="96775" y="15381"/>
                  <a:pt x="82332" y="7144"/>
                  <a:pt x="64294" y="7144"/>
                </a:cubicBezTo>
                <a:close/>
                <a:moveTo>
                  <a:pt x="32147" y="57150"/>
                </a:moveTo>
                <a:cubicBezTo>
                  <a:pt x="32147" y="39408"/>
                  <a:pt x="46551" y="25003"/>
                  <a:pt x="64294" y="25003"/>
                </a:cubicBezTo>
                <a:cubicBezTo>
                  <a:pt x="82036" y="25003"/>
                  <a:pt x="96441" y="39408"/>
                  <a:pt x="96441" y="57150"/>
                </a:cubicBezTo>
                <a:cubicBezTo>
                  <a:pt x="96441" y="74892"/>
                  <a:pt x="82036" y="89297"/>
                  <a:pt x="64294" y="89297"/>
                </a:cubicBezTo>
                <a:cubicBezTo>
                  <a:pt x="46551" y="89297"/>
                  <a:pt x="32147" y="74892"/>
                  <a:pt x="32147" y="57150"/>
                </a:cubicBezTo>
                <a:close/>
                <a:moveTo>
                  <a:pt x="64294" y="42863"/>
                </a:moveTo>
                <a:cubicBezTo>
                  <a:pt x="64294" y="50743"/>
                  <a:pt x="57887" y="57150"/>
                  <a:pt x="50006" y="57150"/>
                </a:cubicBezTo>
                <a:cubicBezTo>
                  <a:pt x="47439" y="57150"/>
                  <a:pt x="45028" y="56480"/>
                  <a:pt x="42929" y="55275"/>
                </a:cubicBezTo>
                <a:cubicBezTo>
                  <a:pt x="42706" y="57708"/>
                  <a:pt x="42907" y="60208"/>
                  <a:pt x="43577" y="62686"/>
                </a:cubicBezTo>
                <a:cubicBezTo>
                  <a:pt x="46635" y="74116"/>
                  <a:pt x="58400" y="80903"/>
                  <a:pt x="69830" y="77845"/>
                </a:cubicBezTo>
                <a:cubicBezTo>
                  <a:pt x="81260" y="74786"/>
                  <a:pt x="88047" y="63021"/>
                  <a:pt x="84988" y="51591"/>
                </a:cubicBezTo>
                <a:cubicBezTo>
                  <a:pt x="82265" y="41389"/>
                  <a:pt x="72598" y="34893"/>
                  <a:pt x="62419" y="35786"/>
                </a:cubicBezTo>
                <a:cubicBezTo>
                  <a:pt x="63602" y="37862"/>
                  <a:pt x="64294" y="40273"/>
                  <a:pt x="64294" y="42863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3" name="Text 41"/>
          <p:cNvSpPr/>
          <p:nvPr/>
        </p:nvSpPr>
        <p:spPr>
          <a:xfrm>
            <a:off x="6589395" y="328422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Vizual identitet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70320" y="3630930"/>
            <a:ext cx="2343150" cy="7620"/>
          </a:xfrm>
          <a:custGeom>
            <a:avLst/>
            <a:gdLst/>
            <a:ahLst/>
            <a:cxnLst/>
            <a:rect l="l" t="t" r="r" b="b"/>
            <a:pathLst>
              <a:path w="2343150" h="762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163514" y="3779520"/>
            <a:ext cx="20026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29726" y="3794761"/>
            <a:ext cx="589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yil tajriba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071610" y="1223010"/>
            <a:ext cx="2731770" cy="2950845"/>
          </a:xfrm>
          <a:custGeom>
            <a:avLst/>
            <a:gdLst/>
            <a:ahLst/>
            <a:cxnLst/>
            <a:rect l="l" t="t" r="r" b="b"/>
            <a:pathLst>
              <a:path w="2731770" h="2950845">
                <a:moveTo>
                  <a:pt x="152405" y="0"/>
                </a:moveTo>
                <a:lnTo>
                  <a:pt x="2579365" y="0"/>
                </a:lnTo>
                <a:cubicBezTo>
                  <a:pt x="2663536" y="0"/>
                  <a:pt x="2731770" y="68234"/>
                  <a:pt x="2731770" y="152405"/>
                </a:cubicBezTo>
                <a:lnTo>
                  <a:pt x="2731770" y="2798440"/>
                </a:lnTo>
                <a:cubicBezTo>
                  <a:pt x="2731770" y="2882611"/>
                  <a:pt x="2663536" y="2950845"/>
                  <a:pt x="2579365" y="2950845"/>
                </a:cubicBezTo>
                <a:lnTo>
                  <a:pt x="152405" y="2950845"/>
                </a:lnTo>
                <a:cubicBezTo>
                  <a:pt x="68234" y="2950845"/>
                  <a:pt x="0" y="2882611"/>
                  <a:pt x="0" y="279844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34600" y="14173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298906" y="15792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50" name="Text 48"/>
          <p:cNvSpPr/>
          <p:nvPr/>
        </p:nvSpPr>
        <p:spPr>
          <a:xfrm>
            <a:off x="9218295" y="214122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Radjabov </a:t>
            </a:r>
            <a:r>
              <a:rPr lang="en-US" sz="15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Mironshox</a:t>
            </a:r>
            <a:endParaRPr lang="en-US" sz="1600" b="1" dirty="0"/>
          </a:p>
        </p:txBody>
      </p:sp>
      <p:sp>
        <p:nvSpPr>
          <p:cNvPr id="51" name="Text 49"/>
          <p:cNvSpPr/>
          <p:nvPr/>
        </p:nvSpPr>
        <p:spPr>
          <a:xfrm>
            <a:off x="9232582" y="240792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Biznes analitik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280207" y="27889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92869" y="46434"/>
                </a:moveTo>
                <a:cubicBezTo>
                  <a:pt x="92869" y="56681"/>
                  <a:pt x="89542" y="66147"/>
                  <a:pt x="83939" y="73826"/>
                </a:cubicBezTo>
                <a:lnTo>
                  <a:pt x="112202" y="102111"/>
                </a:lnTo>
                <a:cubicBezTo>
                  <a:pt x="114992" y="104902"/>
                  <a:pt x="114992" y="109433"/>
                  <a:pt x="112202" y="112224"/>
                </a:cubicBezTo>
                <a:cubicBezTo>
                  <a:pt x="109411" y="115014"/>
                  <a:pt x="104879" y="115014"/>
                  <a:pt x="102089" y="112224"/>
                </a:cubicBezTo>
                <a:lnTo>
                  <a:pt x="73826" y="83939"/>
                </a:lnTo>
                <a:cubicBezTo>
                  <a:pt x="66147" y="89542"/>
                  <a:pt x="56681" y="92869"/>
                  <a:pt x="46434" y="92869"/>
                </a:cubicBezTo>
                <a:cubicBezTo>
                  <a:pt x="20784" y="92869"/>
                  <a:pt x="0" y="72085"/>
                  <a:pt x="0" y="46434"/>
                </a:cubicBezTo>
                <a:cubicBezTo>
                  <a:pt x="0" y="20784"/>
                  <a:pt x="20784" y="0"/>
                  <a:pt x="46434" y="0"/>
                </a:cubicBezTo>
                <a:cubicBezTo>
                  <a:pt x="72085" y="0"/>
                  <a:pt x="92869" y="20784"/>
                  <a:pt x="92869" y="46434"/>
                </a:cubicBezTo>
                <a:close/>
                <a:moveTo>
                  <a:pt x="47327" y="21431"/>
                </a:moveTo>
                <a:cubicBezTo>
                  <a:pt x="44872" y="21431"/>
                  <a:pt x="42863" y="23440"/>
                  <a:pt x="42863" y="25896"/>
                </a:cubicBezTo>
                <a:lnTo>
                  <a:pt x="42863" y="26789"/>
                </a:lnTo>
                <a:cubicBezTo>
                  <a:pt x="36433" y="26856"/>
                  <a:pt x="31254" y="32080"/>
                  <a:pt x="31254" y="38509"/>
                </a:cubicBezTo>
                <a:cubicBezTo>
                  <a:pt x="31254" y="44247"/>
                  <a:pt x="35384" y="49136"/>
                  <a:pt x="41054" y="50073"/>
                </a:cubicBezTo>
                <a:lnTo>
                  <a:pt x="50363" y="51636"/>
                </a:lnTo>
                <a:cubicBezTo>
                  <a:pt x="51703" y="51859"/>
                  <a:pt x="52685" y="53020"/>
                  <a:pt x="52685" y="54382"/>
                </a:cubicBezTo>
                <a:cubicBezTo>
                  <a:pt x="52685" y="55922"/>
                  <a:pt x="51435" y="57172"/>
                  <a:pt x="49895" y="57172"/>
                </a:cubicBezTo>
                <a:lnTo>
                  <a:pt x="37505" y="57150"/>
                </a:lnTo>
                <a:cubicBezTo>
                  <a:pt x="35049" y="57150"/>
                  <a:pt x="33040" y="59159"/>
                  <a:pt x="33040" y="61615"/>
                </a:cubicBezTo>
                <a:cubicBezTo>
                  <a:pt x="33040" y="64071"/>
                  <a:pt x="35049" y="66080"/>
                  <a:pt x="37505" y="66080"/>
                </a:cubicBezTo>
                <a:lnTo>
                  <a:pt x="42863" y="66080"/>
                </a:lnTo>
                <a:lnTo>
                  <a:pt x="42863" y="66973"/>
                </a:lnTo>
                <a:cubicBezTo>
                  <a:pt x="42863" y="69428"/>
                  <a:pt x="44872" y="71438"/>
                  <a:pt x="47327" y="71438"/>
                </a:cubicBezTo>
                <a:cubicBezTo>
                  <a:pt x="49783" y="71438"/>
                  <a:pt x="51792" y="69428"/>
                  <a:pt x="51792" y="66973"/>
                </a:cubicBezTo>
                <a:lnTo>
                  <a:pt x="51792" y="65923"/>
                </a:lnTo>
                <a:cubicBezTo>
                  <a:pt x="57373" y="65008"/>
                  <a:pt x="61615" y="60186"/>
                  <a:pt x="61615" y="54359"/>
                </a:cubicBezTo>
                <a:cubicBezTo>
                  <a:pt x="61615" y="48622"/>
                  <a:pt x="57485" y="43733"/>
                  <a:pt x="51815" y="42796"/>
                </a:cubicBezTo>
                <a:lnTo>
                  <a:pt x="42505" y="41233"/>
                </a:lnTo>
                <a:cubicBezTo>
                  <a:pt x="41166" y="41010"/>
                  <a:pt x="40184" y="39849"/>
                  <a:pt x="40184" y="38487"/>
                </a:cubicBezTo>
                <a:cubicBezTo>
                  <a:pt x="40184" y="36947"/>
                  <a:pt x="41434" y="35696"/>
                  <a:pt x="42974" y="35696"/>
                </a:cubicBezTo>
                <a:lnTo>
                  <a:pt x="53578" y="35696"/>
                </a:lnTo>
                <a:cubicBezTo>
                  <a:pt x="56034" y="35696"/>
                  <a:pt x="58043" y="33687"/>
                  <a:pt x="58043" y="31232"/>
                </a:cubicBezTo>
                <a:cubicBezTo>
                  <a:pt x="58043" y="28776"/>
                  <a:pt x="56034" y="26767"/>
                  <a:pt x="53578" y="26767"/>
                </a:cubicBezTo>
                <a:lnTo>
                  <a:pt x="51792" y="26767"/>
                </a:lnTo>
                <a:lnTo>
                  <a:pt x="51792" y="25874"/>
                </a:lnTo>
                <a:cubicBezTo>
                  <a:pt x="51792" y="23418"/>
                  <a:pt x="49783" y="21409"/>
                  <a:pt x="47327" y="21409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3" name="Text 51"/>
          <p:cNvSpPr/>
          <p:nvPr/>
        </p:nvSpPr>
        <p:spPr>
          <a:xfrm>
            <a:off x="9484995" y="275082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Bozor tahlili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287351" y="305562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00013" y="45943"/>
                </a:moveTo>
                <a:cubicBezTo>
                  <a:pt x="96709" y="48131"/>
                  <a:pt x="92913" y="49895"/>
                  <a:pt x="88962" y="51301"/>
                </a:cubicBezTo>
                <a:cubicBezTo>
                  <a:pt x="78470" y="55052"/>
                  <a:pt x="64696" y="57150"/>
                  <a:pt x="50006" y="57150"/>
                </a:cubicBezTo>
                <a:cubicBezTo>
                  <a:pt x="35317" y="57150"/>
                  <a:pt x="21521" y="55029"/>
                  <a:pt x="11050" y="51301"/>
                </a:cubicBezTo>
                <a:cubicBezTo>
                  <a:pt x="7121" y="49895"/>
                  <a:pt x="3304" y="48131"/>
                  <a:pt x="0" y="45943"/>
                </a:cubicBezTo>
                <a:lnTo>
                  <a:pt x="0" y="64294"/>
                </a:lnTo>
                <a:cubicBezTo>
                  <a:pt x="0" y="74161"/>
                  <a:pt x="22391" y="82153"/>
                  <a:pt x="50006" y="82153"/>
                </a:cubicBezTo>
                <a:cubicBezTo>
                  <a:pt x="77621" y="82153"/>
                  <a:pt x="100013" y="74161"/>
                  <a:pt x="100013" y="64294"/>
                </a:cubicBezTo>
                <a:lnTo>
                  <a:pt x="100013" y="45943"/>
                </a:lnTo>
                <a:close/>
                <a:moveTo>
                  <a:pt x="100013" y="28575"/>
                </a:moveTo>
                <a:lnTo>
                  <a:pt x="100013" y="17859"/>
                </a:lnTo>
                <a:cubicBezTo>
                  <a:pt x="100013" y="7992"/>
                  <a:pt x="77621" y="0"/>
                  <a:pt x="50006" y="0"/>
                </a:cubicBezTo>
                <a:cubicBezTo>
                  <a:pt x="22391" y="0"/>
                  <a:pt x="0" y="7992"/>
                  <a:pt x="0" y="17859"/>
                </a:cubicBezTo>
                <a:lnTo>
                  <a:pt x="0" y="28575"/>
                </a:lnTo>
                <a:cubicBezTo>
                  <a:pt x="0" y="38442"/>
                  <a:pt x="22391" y="46434"/>
                  <a:pt x="50006" y="46434"/>
                </a:cubicBezTo>
                <a:cubicBezTo>
                  <a:pt x="77621" y="46434"/>
                  <a:pt x="100013" y="38442"/>
                  <a:pt x="100013" y="28575"/>
                </a:cubicBezTo>
                <a:close/>
                <a:moveTo>
                  <a:pt x="88962" y="87020"/>
                </a:moveTo>
                <a:cubicBezTo>
                  <a:pt x="78492" y="90748"/>
                  <a:pt x="64718" y="92869"/>
                  <a:pt x="50006" y="92869"/>
                </a:cubicBezTo>
                <a:cubicBezTo>
                  <a:pt x="35295" y="92869"/>
                  <a:pt x="21521" y="90748"/>
                  <a:pt x="11050" y="87020"/>
                </a:cubicBezTo>
                <a:cubicBezTo>
                  <a:pt x="7121" y="85613"/>
                  <a:pt x="3304" y="83850"/>
                  <a:pt x="0" y="81662"/>
                </a:cubicBezTo>
                <a:lnTo>
                  <a:pt x="0" y="96441"/>
                </a:lnTo>
                <a:cubicBezTo>
                  <a:pt x="0" y="106308"/>
                  <a:pt x="22391" y="114300"/>
                  <a:pt x="50006" y="114300"/>
                </a:cubicBezTo>
                <a:cubicBezTo>
                  <a:pt x="77621" y="114300"/>
                  <a:pt x="100013" y="106308"/>
                  <a:pt x="100013" y="96441"/>
                </a:cubicBezTo>
                <a:lnTo>
                  <a:pt x="100013" y="81662"/>
                </a:lnTo>
                <a:cubicBezTo>
                  <a:pt x="96709" y="83850"/>
                  <a:pt x="92913" y="85613"/>
                  <a:pt x="88962" y="8702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5" name="Text 53"/>
          <p:cNvSpPr/>
          <p:nvPr/>
        </p:nvSpPr>
        <p:spPr>
          <a:xfrm>
            <a:off x="9484995" y="301752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Ma'lumotlar tahlili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280207" y="33223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17859"/>
                </a:moveTo>
                <a:cubicBezTo>
                  <a:pt x="0" y="11943"/>
                  <a:pt x="4800" y="7144"/>
                  <a:pt x="10716" y="7144"/>
                </a:cubicBezTo>
                <a:lnTo>
                  <a:pt x="32147" y="7144"/>
                </a:lnTo>
                <a:cubicBezTo>
                  <a:pt x="38063" y="7144"/>
                  <a:pt x="42863" y="11943"/>
                  <a:pt x="42863" y="17859"/>
                </a:cubicBezTo>
                <a:lnTo>
                  <a:pt x="42863" y="21431"/>
                </a:lnTo>
                <a:lnTo>
                  <a:pt x="71438" y="21431"/>
                </a:lnTo>
                <a:lnTo>
                  <a:pt x="71438" y="17859"/>
                </a:lnTo>
                <a:cubicBezTo>
                  <a:pt x="71438" y="11943"/>
                  <a:pt x="76237" y="7144"/>
                  <a:pt x="82153" y="7144"/>
                </a:cubicBezTo>
                <a:lnTo>
                  <a:pt x="103584" y="7144"/>
                </a:lnTo>
                <a:cubicBezTo>
                  <a:pt x="109500" y="7144"/>
                  <a:pt x="114300" y="11943"/>
                  <a:pt x="114300" y="17859"/>
                </a:cubicBezTo>
                <a:lnTo>
                  <a:pt x="114300" y="39291"/>
                </a:lnTo>
                <a:cubicBezTo>
                  <a:pt x="114300" y="45207"/>
                  <a:pt x="109500" y="50006"/>
                  <a:pt x="103584" y="50006"/>
                </a:cubicBezTo>
                <a:lnTo>
                  <a:pt x="82153" y="50006"/>
                </a:lnTo>
                <a:cubicBezTo>
                  <a:pt x="76237" y="50006"/>
                  <a:pt x="71438" y="45207"/>
                  <a:pt x="71438" y="39291"/>
                </a:cubicBezTo>
                <a:lnTo>
                  <a:pt x="71438" y="35719"/>
                </a:lnTo>
                <a:lnTo>
                  <a:pt x="42863" y="35719"/>
                </a:lnTo>
                <a:lnTo>
                  <a:pt x="42863" y="39291"/>
                </a:lnTo>
                <a:cubicBezTo>
                  <a:pt x="42863" y="40920"/>
                  <a:pt x="42483" y="42483"/>
                  <a:pt x="41836" y="43867"/>
                </a:cubicBezTo>
                <a:lnTo>
                  <a:pt x="57150" y="64294"/>
                </a:lnTo>
                <a:lnTo>
                  <a:pt x="75009" y="64294"/>
                </a:lnTo>
                <a:cubicBezTo>
                  <a:pt x="80925" y="64294"/>
                  <a:pt x="85725" y="69093"/>
                  <a:pt x="85725" y="75009"/>
                </a:cubicBezTo>
                <a:lnTo>
                  <a:pt x="85725" y="96441"/>
                </a:lnTo>
                <a:cubicBezTo>
                  <a:pt x="85725" y="102357"/>
                  <a:pt x="80925" y="107156"/>
                  <a:pt x="75009" y="107156"/>
                </a:cubicBezTo>
                <a:lnTo>
                  <a:pt x="53578" y="107156"/>
                </a:lnTo>
                <a:cubicBezTo>
                  <a:pt x="47662" y="107156"/>
                  <a:pt x="42863" y="102357"/>
                  <a:pt x="42863" y="96441"/>
                </a:cubicBezTo>
                <a:lnTo>
                  <a:pt x="42863" y="75009"/>
                </a:lnTo>
                <a:cubicBezTo>
                  <a:pt x="42863" y="73380"/>
                  <a:pt x="43242" y="71817"/>
                  <a:pt x="43889" y="70433"/>
                </a:cubicBezTo>
                <a:lnTo>
                  <a:pt x="28575" y="50006"/>
                </a:lnTo>
                <a:lnTo>
                  <a:pt x="10716" y="50006"/>
                </a:lnTo>
                <a:cubicBezTo>
                  <a:pt x="4800" y="50006"/>
                  <a:pt x="0" y="45207"/>
                  <a:pt x="0" y="39291"/>
                </a:cubicBezTo>
                <a:lnTo>
                  <a:pt x="0" y="17859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7" name="Text 55"/>
          <p:cNvSpPr/>
          <p:nvPr/>
        </p:nvSpPr>
        <p:spPr>
          <a:xfrm>
            <a:off x="9484995" y="3284220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Biznes model'lash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265920" y="3630930"/>
            <a:ext cx="2343150" cy="7620"/>
          </a:xfrm>
          <a:custGeom>
            <a:avLst/>
            <a:gdLst/>
            <a:ahLst/>
            <a:cxnLst/>
            <a:rect l="l" t="t" r="r" b="b"/>
            <a:pathLst>
              <a:path w="2343150" h="7620">
                <a:moveTo>
                  <a:pt x="0" y="0"/>
                </a:moveTo>
                <a:lnTo>
                  <a:pt x="2343150" y="0"/>
                </a:lnTo>
                <a:lnTo>
                  <a:pt x="23431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059115" y="3779520"/>
            <a:ext cx="200263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1+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225326" y="3794761"/>
            <a:ext cx="589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yil tajriba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84810" y="4370071"/>
            <a:ext cx="3703320" cy="922020"/>
          </a:xfrm>
          <a:custGeom>
            <a:avLst/>
            <a:gdLst/>
            <a:ahLst/>
            <a:cxnLst/>
            <a:rect l="l" t="t" r="r" b="b"/>
            <a:pathLst>
              <a:path w="3703320" h="922020">
                <a:moveTo>
                  <a:pt x="114303" y="0"/>
                </a:moveTo>
                <a:lnTo>
                  <a:pt x="3589017" y="0"/>
                </a:lnTo>
                <a:cubicBezTo>
                  <a:pt x="3652145" y="0"/>
                  <a:pt x="3703320" y="51175"/>
                  <a:pt x="3703320" y="114303"/>
                </a:cubicBezTo>
                <a:lnTo>
                  <a:pt x="3703320" y="807717"/>
                </a:lnTo>
                <a:cubicBezTo>
                  <a:pt x="3703320" y="870845"/>
                  <a:pt x="3652145" y="922020"/>
                  <a:pt x="35890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5295" y="4526280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4+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07682" y="494538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A'zolar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245531" y="4379402"/>
            <a:ext cx="3703320" cy="922020"/>
          </a:xfrm>
          <a:custGeom>
            <a:avLst/>
            <a:gdLst/>
            <a:ahLst/>
            <a:cxnLst/>
            <a:rect l="l" t="t" r="r" b="b"/>
            <a:pathLst>
              <a:path w="3703320" h="922020">
                <a:moveTo>
                  <a:pt x="114303" y="0"/>
                </a:moveTo>
                <a:lnTo>
                  <a:pt x="3589017" y="0"/>
                </a:lnTo>
                <a:cubicBezTo>
                  <a:pt x="3652145" y="0"/>
                  <a:pt x="3703320" y="51175"/>
                  <a:pt x="3703320" y="114303"/>
                </a:cubicBezTo>
                <a:lnTo>
                  <a:pt x="3703320" y="807717"/>
                </a:lnTo>
                <a:cubicBezTo>
                  <a:pt x="3703320" y="870845"/>
                  <a:pt x="3652145" y="922020"/>
                  <a:pt x="35890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16016" y="4526280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3+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368403" y="494538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Yillik tajriba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106371" y="4370071"/>
            <a:ext cx="3703320" cy="922020"/>
          </a:xfrm>
          <a:custGeom>
            <a:avLst/>
            <a:gdLst/>
            <a:ahLst/>
            <a:cxnLst/>
            <a:rect l="l" t="t" r="r" b="b"/>
            <a:pathLst>
              <a:path w="3703320" h="922020">
                <a:moveTo>
                  <a:pt x="114303" y="0"/>
                </a:moveTo>
                <a:lnTo>
                  <a:pt x="3589017" y="0"/>
                </a:lnTo>
                <a:cubicBezTo>
                  <a:pt x="3652145" y="0"/>
                  <a:pt x="3703320" y="51175"/>
                  <a:pt x="3703320" y="114303"/>
                </a:cubicBezTo>
                <a:lnTo>
                  <a:pt x="3703320" y="807717"/>
                </a:lnTo>
                <a:cubicBezTo>
                  <a:pt x="3703320" y="870845"/>
                  <a:pt x="3652145" y="922020"/>
                  <a:pt x="358901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76856" y="4526280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229243" y="494538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Bag'ishlanish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84810" y="5490210"/>
            <a:ext cx="11418570" cy="579120"/>
          </a:xfrm>
          <a:custGeom>
            <a:avLst/>
            <a:gdLst/>
            <a:ahLst/>
            <a:cxnLst/>
            <a:rect l="l" t="t" r="r" b="b"/>
            <a:pathLst>
              <a:path w="11418570" h="5791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464819"/>
                </a:lnTo>
                <a:cubicBezTo>
                  <a:pt x="11418570" y="527946"/>
                  <a:pt x="11367396" y="579120"/>
                  <a:pt x="11304269" y="579120"/>
                </a:cubicBezTo>
                <a:lnTo>
                  <a:pt x="114301" y="579120"/>
                </a:lnTo>
                <a:cubicBezTo>
                  <a:pt x="51174" y="579120"/>
                  <a:pt x="0" y="527946"/>
                  <a:pt x="0" y="4648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016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986332" y="569214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2" name="Text 70"/>
          <p:cNvSpPr/>
          <p:nvPr/>
        </p:nvSpPr>
        <p:spPr>
          <a:xfrm>
            <a:off x="774382" y="5646420"/>
            <a:ext cx="1091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Biz bir jamoamiz — birgalikda ta'lim kelajagini quramiz</a:t>
            </a:r>
            <a:endParaRPr lang="en-US" sz="1600" dirty="0"/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20D05C7D-45AC-DE35-016B-17D6A926E265}"/>
              </a:ext>
            </a:extLst>
          </p:cNvPr>
          <p:cNvSpPr/>
          <p:nvPr/>
        </p:nvSpPr>
        <p:spPr>
          <a:xfrm>
            <a:off x="3294698" y="214122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Xamrokuov</a:t>
            </a: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500" b="1" dirty="0" err="1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Lazizbek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F65ED5A6-3A18-752D-F44E-589E7870CB57}"/>
              </a:ext>
            </a:extLst>
          </p:cNvPr>
          <p:cNvSpPr txBox="1"/>
          <p:nvPr/>
        </p:nvSpPr>
        <p:spPr>
          <a:xfrm>
            <a:off x="1994417" y="634329"/>
            <a:ext cx="77280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Smart Edu — </a:t>
            </a:r>
            <a:r>
              <a:rPr lang="en-US" sz="4400" dirty="0" err="1">
                <a:solidFill>
                  <a:schemeClr val="bg1"/>
                </a:solidFill>
              </a:rPr>
              <a:t>Investitsiya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dirty="0" err="1">
                <a:solidFill>
                  <a:schemeClr val="bg1"/>
                </a:solidFill>
              </a:rPr>
              <a:t>taklifi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63B799-BEE4-F161-44A9-39B13B74D9F6}"/>
              </a:ext>
            </a:extLst>
          </p:cNvPr>
          <p:cNvSpPr txBox="1"/>
          <p:nvPr/>
        </p:nvSpPr>
        <p:spPr>
          <a:xfrm>
            <a:off x="1418253" y="1632857"/>
            <a:ext cx="772807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💰 </a:t>
            </a:r>
            <a:r>
              <a:rPr lang="en-US" sz="2400" dirty="0">
                <a:solidFill>
                  <a:schemeClr val="bg1"/>
                </a:solidFill>
              </a:rPr>
              <a:t>Investment </a:t>
            </a:r>
            <a:r>
              <a:rPr lang="en-US" sz="2400" dirty="0" err="1">
                <a:solidFill>
                  <a:schemeClr val="bg1"/>
                </a:solidFill>
              </a:rPr>
              <a:t>so‘rovi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</a:p>
          <a:p>
            <a:r>
              <a:rPr lang="en-US" sz="2400" dirty="0">
                <a:solidFill>
                  <a:schemeClr val="bg1"/>
                </a:solidFill>
              </a:rPr>
              <a:t>$20,000 </a:t>
            </a:r>
            <a:r>
              <a:rPr lang="en-US" sz="2400" dirty="0" err="1">
                <a:solidFill>
                  <a:schemeClr val="bg1"/>
                </a:solidFill>
              </a:rPr>
              <a:t>evaziga</a:t>
            </a:r>
            <a:r>
              <a:rPr lang="en-US" sz="2400" dirty="0">
                <a:solidFill>
                  <a:schemeClr val="bg1"/>
                </a:solidFill>
              </a:rPr>
              <a:t> 10% </a:t>
            </a:r>
            <a:r>
              <a:rPr lang="en-US" sz="2400" dirty="0" err="1">
                <a:solidFill>
                  <a:schemeClr val="bg1"/>
                </a:solidFill>
              </a:rPr>
              <a:t>ulush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>
                <a:solidFill>
                  <a:schemeClr val="bg1"/>
                </a:solidFill>
              </a:rPr>
              <a:t>• 🤖 </a:t>
            </a:r>
            <a:r>
              <a:rPr lang="en-US" sz="2400" b="1" dirty="0">
                <a:solidFill>
                  <a:schemeClr val="bg1"/>
                </a:solidFill>
              </a:rPr>
              <a:t>AI </a:t>
            </a:r>
            <a:r>
              <a:rPr lang="en-US" sz="2400" b="1" dirty="0" err="1">
                <a:solidFill>
                  <a:schemeClr val="bg1"/>
                </a:solidFill>
              </a:rPr>
              <a:t>rivojlantirish</a:t>
            </a:r>
            <a:r>
              <a:rPr lang="en-US" sz="2400" dirty="0">
                <a:solidFill>
                  <a:schemeClr val="bg1"/>
                </a:solidFill>
              </a:rPr>
              <a:t> (model, </a:t>
            </a:r>
            <a:r>
              <a:rPr lang="en-US" sz="2400" dirty="0" err="1">
                <a:solidFill>
                  <a:schemeClr val="bg1"/>
                </a:solidFill>
              </a:rPr>
              <a:t>analiz</a:t>
            </a:r>
            <a:r>
              <a:rPr lang="en-US" sz="2400" dirty="0">
                <a:solidFill>
                  <a:schemeClr val="bg1"/>
                </a:solidFill>
              </a:rPr>
              <a:t>, adaptive </a:t>
            </a:r>
            <a:r>
              <a:rPr lang="en-US" sz="2400" dirty="0" err="1">
                <a:solidFill>
                  <a:schemeClr val="bg1"/>
                </a:solidFill>
              </a:rPr>
              <a:t>tizim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ru-RU" sz="2400" dirty="0">
                <a:solidFill>
                  <a:schemeClr val="bg1"/>
                </a:solidFill>
              </a:rPr>
              <a:t>💻 </a:t>
            </a:r>
            <a:r>
              <a:rPr lang="en-US" sz="2400" b="1" dirty="0" err="1">
                <a:solidFill>
                  <a:schemeClr val="bg1"/>
                </a:solidFill>
              </a:rPr>
              <a:t>Platformani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kengaytirish</a:t>
            </a:r>
            <a:r>
              <a:rPr lang="en-US" sz="2400" dirty="0">
                <a:solidFill>
                  <a:schemeClr val="bg1"/>
                </a:solidFill>
              </a:rPr>
              <a:t> (frontend, backend, </a:t>
            </a:r>
            <a:r>
              <a:rPr lang="en-US" sz="2400" dirty="0" err="1">
                <a:solidFill>
                  <a:schemeClr val="bg1"/>
                </a:solidFill>
              </a:rPr>
              <a:t>mobil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versiya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ru-RU" sz="2400" dirty="0">
                <a:solidFill>
                  <a:schemeClr val="bg1"/>
                </a:solidFill>
              </a:rPr>
              <a:t>🏫 </a:t>
            </a:r>
            <a:r>
              <a:rPr lang="en-US" sz="2400" b="1" dirty="0">
                <a:solidFill>
                  <a:schemeClr val="bg1"/>
                </a:solidFill>
              </a:rPr>
              <a:t>Pilot </a:t>
            </a:r>
            <a:r>
              <a:rPr lang="en-US" sz="2400" b="1" dirty="0" err="1">
                <a:solidFill>
                  <a:schemeClr val="bg1"/>
                </a:solidFill>
              </a:rPr>
              <a:t>maktablarda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joriy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qilish</a:t>
            </a:r>
            <a:r>
              <a:rPr lang="en-US" sz="2400" dirty="0">
                <a:solidFill>
                  <a:schemeClr val="bg1"/>
                </a:solidFill>
              </a:rPr>
              <a:t> (test </a:t>
            </a:r>
            <a:r>
              <a:rPr lang="en-US" sz="2400" dirty="0" err="1">
                <a:solidFill>
                  <a:schemeClr val="bg1"/>
                </a:solidFill>
              </a:rPr>
              <a:t>va</a:t>
            </a:r>
            <a:r>
              <a:rPr lang="en-US" sz="2400" dirty="0">
                <a:solidFill>
                  <a:schemeClr val="bg1"/>
                </a:solidFill>
              </a:rPr>
              <a:t> real </a:t>
            </a:r>
            <a:r>
              <a:rPr lang="en-US" sz="2400" dirty="0" err="1">
                <a:solidFill>
                  <a:schemeClr val="bg1"/>
                </a:solidFill>
              </a:rPr>
              <a:t>foydalanish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ru-RU" sz="2400" dirty="0">
                <a:solidFill>
                  <a:schemeClr val="bg1"/>
                </a:solidFill>
              </a:rPr>
              <a:t>📊 </a:t>
            </a:r>
            <a:r>
              <a:rPr lang="en-US" sz="2400" b="1" dirty="0" err="1">
                <a:solidFill>
                  <a:schemeClr val="bg1"/>
                </a:solidFill>
              </a:rPr>
              <a:t>Ma’lumotlar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yig‘ish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va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tahlil</a:t>
            </a:r>
            <a:r>
              <a:rPr lang="en-US" sz="2400" dirty="0">
                <a:solidFill>
                  <a:schemeClr val="bg1"/>
                </a:solidFill>
              </a:rPr>
              <a:t> (</a:t>
            </a:r>
            <a:r>
              <a:rPr lang="en-US" sz="2400" dirty="0" err="1">
                <a:solidFill>
                  <a:schemeClr val="bg1"/>
                </a:solidFill>
              </a:rPr>
              <a:t>o‘quvchi</a:t>
            </a:r>
            <a:r>
              <a:rPr lang="en-US" sz="2400" dirty="0">
                <a:solidFill>
                  <a:schemeClr val="bg1"/>
                </a:solidFill>
              </a:rPr>
              <a:t> performance analytics)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ru-RU" sz="2400" dirty="0">
                <a:solidFill>
                  <a:schemeClr val="bg1"/>
                </a:solidFill>
              </a:rPr>
              <a:t>🎯 </a:t>
            </a:r>
            <a:r>
              <a:rPr lang="en-US" sz="2400" b="1" dirty="0">
                <a:solidFill>
                  <a:schemeClr val="bg1"/>
                </a:solidFill>
              </a:rPr>
              <a:t>Marketing </a:t>
            </a:r>
            <a:r>
              <a:rPr lang="en-US" sz="2400" b="1" dirty="0" err="1">
                <a:solidFill>
                  <a:schemeClr val="bg1"/>
                </a:solidFill>
              </a:rPr>
              <a:t>va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foydalanuvchilarni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jalb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qilish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ru-RU" sz="2400" dirty="0">
                <a:solidFill>
                  <a:schemeClr val="bg1"/>
                </a:solidFill>
              </a:rPr>
              <a:t>🧑‍🏫 </a:t>
            </a:r>
            <a:r>
              <a:rPr lang="en-US" sz="2400" b="1" dirty="0" err="1">
                <a:solidFill>
                  <a:schemeClr val="bg1"/>
                </a:solidFill>
              </a:rPr>
              <a:t>O‘qituvchilarni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o‘qitish</a:t>
            </a:r>
            <a:r>
              <a:rPr lang="en-US" sz="2400" b="1" dirty="0">
                <a:solidFill>
                  <a:schemeClr val="bg1"/>
                </a:solidFill>
              </a:rPr>
              <a:t> (training)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ru-RU" sz="2400" dirty="0">
                <a:solidFill>
                  <a:schemeClr val="bg1"/>
                </a:solidFill>
              </a:rPr>
              <a:t>🔐 </a:t>
            </a:r>
            <a:r>
              <a:rPr lang="en-US" sz="2400" b="1" dirty="0" err="1">
                <a:solidFill>
                  <a:schemeClr val="bg1"/>
                </a:solidFill>
              </a:rPr>
              <a:t>Xavfsizlik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va</a:t>
            </a:r>
            <a:r>
              <a:rPr lang="en-US" sz="2400" b="1" dirty="0">
                <a:solidFill>
                  <a:schemeClr val="bg1"/>
                </a:solidFill>
              </a:rPr>
              <a:t> server </a:t>
            </a:r>
            <a:r>
              <a:rPr lang="en-US" sz="2400" b="1" dirty="0" err="1">
                <a:solidFill>
                  <a:schemeClr val="bg1"/>
                </a:solidFill>
              </a:rPr>
              <a:t>infratuzilmasi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⚙️ </a:t>
            </a:r>
            <a:r>
              <a:rPr lang="en-US" sz="2400" b="1" dirty="0" err="1">
                <a:solidFill>
                  <a:schemeClr val="bg1"/>
                </a:solidFill>
              </a:rPr>
              <a:t>Integratsiya</a:t>
            </a:r>
            <a:r>
              <a:rPr lang="en-US" sz="2400" b="1" dirty="0">
                <a:solidFill>
                  <a:schemeClr val="bg1"/>
                </a:solidFill>
              </a:rPr>
              <a:t> (maktab </a:t>
            </a:r>
            <a:r>
              <a:rPr lang="en-US" sz="2400" b="1" dirty="0" err="1">
                <a:solidFill>
                  <a:schemeClr val="bg1"/>
                </a:solidFill>
              </a:rPr>
              <a:t>tizimlari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bilan</a:t>
            </a:r>
            <a:r>
              <a:rPr lang="en-US" sz="2400" b="1" dirty="0">
                <a:solidFill>
                  <a:schemeClr val="bg1"/>
                </a:solidFill>
              </a:rPr>
              <a:t>)</a:t>
            </a:r>
            <a:endParaRPr lang="en-US" sz="2400" dirty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56f10636772008c1b3c147764dee315c4b26f35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65" b="78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-127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4A5C6A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330535" y="1130617"/>
            <a:ext cx="55340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Birga Ta'lim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Kelajagini Quramiz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33881" y="2711769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3416260" y="2978469"/>
            <a:ext cx="56323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Edu — har bir o'qituvchiga shaxsiy AI yordamchi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958578" y="3658554"/>
            <a:ext cx="2598420" cy="1455420"/>
          </a:xfrm>
          <a:custGeom>
            <a:avLst/>
            <a:gdLst/>
            <a:ahLst/>
            <a:cxnLst/>
            <a:rect l="l" t="t" r="r" b="b"/>
            <a:pathLst>
              <a:path w="2598420" h="1455420">
                <a:moveTo>
                  <a:pt x="152397" y="0"/>
                </a:moveTo>
                <a:lnTo>
                  <a:pt x="2446023" y="0"/>
                </a:lnTo>
                <a:cubicBezTo>
                  <a:pt x="2530190" y="0"/>
                  <a:pt x="2598420" y="68230"/>
                  <a:pt x="2598420" y="152397"/>
                </a:cubicBezTo>
                <a:lnTo>
                  <a:pt x="2598420" y="1303023"/>
                </a:lnTo>
                <a:cubicBezTo>
                  <a:pt x="2598420" y="1387190"/>
                  <a:pt x="2530190" y="1455420"/>
                  <a:pt x="2446023" y="1455420"/>
                </a:cubicBezTo>
                <a:lnTo>
                  <a:pt x="152397" y="1455420"/>
                </a:lnTo>
                <a:cubicBezTo>
                  <a:pt x="68230" y="1455420"/>
                  <a:pt x="0" y="1387190"/>
                  <a:pt x="0" y="13030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44666" y="3890962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35744" y="0"/>
                </a:moveTo>
                <a:cubicBezTo>
                  <a:pt x="235744" y="-11854"/>
                  <a:pt x="226167" y="-21431"/>
                  <a:pt x="214313" y="-21431"/>
                </a:cubicBezTo>
                <a:cubicBezTo>
                  <a:pt x="202458" y="-21431"/>
                  <a:pt x="192881" y="-11854"/>
                  <a:pt x="192881" y="0"/>
                </a:cubicBezTo>
                <a:lnTo>
                  <a:pt x="192881" y="42863"/>
                </a:lnTo>
                <a:lnTo>
                  <a:pt x="128588" y="42863"/>
                </a:lnTo>
                <a:cubicBezTo>
                  <a:pt x="93092" y="42863"/>
                  <a:pt x="64294" y="71661"/>
                  <a:pt x="64294" y="107156"/>
                </a:cubicBezTo>
                <a:lnTo>
                  <a:pt x="64294" y="257175"/>
                </a:lnTo>
                <a:cubicBezTo>
                  <a:pt x="64294" y="292671"/>
                  <a:pt x="93092" y="321469"/>
                  <a:pt x="128588" y="321469"/>
                </a:cubicBezTo>
                <a:lnTo>
                  <a:pt x="300038" y="321469"/>
                </a:lnTo>
                <a:cubicBezTo>
                  <a:pt x="335533" y="321469"/>
                  <a:pt x="364331" y="292671"/>
                  <a:pt x="364331" y="257175"/>
                </a:cubicBezTo>
                <a:lnTo>
                  <a:pt x="364331" y="107156"/>
                </a:lnTo>
                <a:cubicBezTo>
                  <a:pt x="364331" y="71661"/>
                  <a:pt x="335533" y="42863"/>
                  <a:pt x="300038" y="42863"/>
                </a:cubicBezTo>
                <a:lnTo>
                  <a:pt x="235744" y="42863"/>
                </a:lnTo>
                <a:lnTo>
                  <a:pt x="235744" y="0"/>
                </a:lnTo>
                <a:close/>
                <a:moveTo>
                  <a:pt x="107156" y="246459"/>
                </a:moveTo>
                <a:cubicBezTo>
                  <a:pt x="107156" y="237552"/>
                  <a:pt x="114322" y="230386"/>
                  <a:pt x="123230" y="230386"/>
                </a:cubicBezTo>
                <a:lnTo>
                  <a:pt x="144661" y="230386"/>
                </a:lnTo>
                <a:cubicBezTo>
                  <a:pt x="153568" y="230386"/>
                  <a:pt x="160734" y="237552"/>
                  <a:pt x="160734" y="246459"/>
                </a:cubicBezTo>
                <a:cubicBezTo>
                  <a:pt x="160734" y="255367"/>
                  <a:pt x="153568" y="262533"/>
                  <a:pt x="144661" y="262533"/>
                </a:cubicBezTo>
                <a:lnTo>
                  <a:pt x="123230" y="262533"/>
                </a:lnTo>
                <a:cubicBezTo>
                  <a:pt x="114322" y="262533"/>
                  <a:pt x="107156" y="255367"/>
                  <a:pt x="107156" y="246459"/>
                </a:cubicBezTo>
                <a:close/>
                <a:moveTo>
                  <a:pt x="187523" y="246459"/>
                </a:moveTo>
                <a:cubicBezTo>
                  <a:pt x="187523" y="237552"/>
                  <a:pt x="194690" y="230386"/>
                  <a:pt x="203597" y="230386"/>
                </a:cubicBezTo>
                <a:lnTo>
                  <a:pt x="225028" y="230386"/>
                </a:lnTo>
                <a:cubicBezTo>
                  <a:pt x="233935" y="230386"/>
                  <a:pt x="241102" y="237552"/>
                  <a:pt x="241102" y="246459"/>
                </a:cubicBezTo>
                <a:cubicBezTo>
                  <a:pt x="241102" y="255367"/>
                  <a:pt x="233935" y="262533"/>
                  <a:pt x="225028" y="262533"/>
                </a:cubicBezTo>
                <a:lnTo>
                  <a:pt x="203597" y="262533"/>
                </a:lnTo>
                <a:cubicBezTo>
                  <a:pt x="194690" y="262533"/>
                  <a:pt x="187523" y="255367"/>
                  <a:pt x="187523" y="246459"/>
                </a:cubicBezTo>
                <a:close/>
                <a:moveTo>
                  <a:pt x="267891" y="246459"/>
                </a:moveTo>
                <a:cubicBezTo>
                  <a:pt x="267891" y="237552"/>
                  <a:pt x="275057" y="230386"/>
                  <a:pt x="283964" y="230386"/>
                </a:cubicBezTo>
                <a:lnTo>
                  <a:pt x="305395" y="230386"/>
                </a:lnTo>
                <a:cubicBezTo>
                  <a:pt x="314303" y="230386"/>
                  <a:pt x="321469" y="237552"/>
                  <a:pt x="321469" y="246459"/>
                </a:cubicBezTo>
                <a:cubicBezTo>
                  <a:pt x="321469" y="255367"/>
                  <a:pt x="314303" y="262533"/>
                  <a:pt x="305395" y="262533"/>
                </a:cubicBezTo>
                <a:lnTo>
                  <a:pt x="283964" y="262533"/>
                </a:lnTo>
                <a:cubicBezTo>
                  <a:pt x="275057" y="262533"/>
                  <a:pt x="267891" y="255367"/>
                  <a:pt x="267891" y="246459"/>
                </a:cubicBezTo>
                <a:close/>
                <a:moveTo>
                  <a:pt x="150019" y="117872"/>
                </a:moveTo>
                <a:cubicBezTo>
                  <a:pt x="167761" y="117872"/>
                  <a:pt x="182166" y="132276"/>
                  <a:pt x="182166" y="150019"/>
                </a:cubicBezTo>
                <a:cubicBezTo>
                  <a:pt x="182166" y="167761"/>
                  <a:pt x="167761" y="182166"/>
                  <a:pt x="150019" y="182166"/>
                </a:cubicBezTo>
                <a:cubicBezTo>
                  <a:pt x="132276" y="182166"/>
                  <a:pt x="117872" y="167761"/>
                  <a:pt x="117872" y="150019"/>
                </a:cubicBezTo>
                <a:cubicBezTo>
                  <a:pt x="117872" y="132276"/>
                  <a:pt x="132276" y="117872"/>
                  <a:pt x="150019" y="117872"/>
                </a:cubicBezTo>
                <a:close/>
                <a:moveTo>
                  <a:pt x="246459" y="150019"/>
                </a:moveTo>
                <a:cubicBezTo>
                  <a:pt x="246459" y="132276"/>
                  <a:pt x="260864" y="117872"/>
                  <a:pt x="278606" y="117872"/>
                </a:cubicBezTo>
                <a:cubicBezTo>
                  <a:pt x="296349" y="117872"/>
                  <a:pt x="310753" y="132276"/>
                  <a:pt x="310753" y="150019"/>
                </a:cubicBezTo>
                <a:cubicBezTo>
                  <a:pt x="310753" y="167761"/>
                  <a:pt x="296349" y="182166"/>
                  <a:pt x="278606" y="182166"/>
                </a:cubicBezTo>
                <a:cubicBezTo>
                  <a:pt x="260864" y="182166"/>
                  <a:pt x="246459" y="167761"/>
                  <a:pt x="246459" y="150019"/>
                </a:cubicBezTo>
                <a:close/>
                <a:moveTo>
                  <a:pt x="42863" y="150019"/>
                </a:moveTo>
                <a:cubicBezTo>
                  <a:pt x="42863" y="138165"/>
                  <a:pt x="33285" y="128588"/>
                  <a:pt x="21431" y="128588"/>
                </a:cubicBezTo>
                <a:cubicBezTo>
                  <a:pt x="9577" y="128588"/>
                  <a:pt x="0" y="138165"/>
                  <a:pt x="0" y="150019"/>
                </a:cubicBezTo>
                <a:lnTo>
                  <a:pt x="0" y="214313"/>
                </a:lnTo>
                <a:cubicBezTo>
                  <a:pt x="0" y="226167"/>
                  <a:pt x="9577" y="235744"/>
                  <a:pt x="21431" y="235744"/>
                </a:cubicBezTo>
                <a:cubicBezTo>
                  <a:pt x="33285" y="235744"/>
                  <a:pt x="42863" y="226167"/>
                  <a:pt x="42863" y="214313"/>
                </a:cubicBezTo>
                <a:lnTo>
                  <a:pt x="42863" y="150019"/>
                </a:lnTo>
                <a:close/>
                <a:moveTo>
                  <a:pt x="407194" y="128588"/>
                </a:moveTo>
                <a:cubicBezTo>
                  <a:pt x="395340" y="128588"/>
                  <a:pt x="385763" y="138165"/>
                  <a:pt x="385763" y="150019"/>
                </a:cubicBezTo>
                <a:lnTo>
                  <a:pt x="385763" y="214313"/>
                </a:lnTo>
                <a:cubicBezTo>
                  <a:pt x="385763" y="226167"/>
                  <a:pt x="395340" y="235744"/>
                  <a:pt x="407194" y="235744"/>
                </a:cubicBezTo>
                <a:cubicBezTo>
                  <a:pt x="419048" y="235744"/>
                  <a:pt x="428625" y="226167"/>
                  <a:pt x="428625" y="214313"/>
                </a:cubicBezTo>
                <a:lnTo>
                  <a:pt x="428625" y="150019"/>
                </a:lnTo>
                <a:cubicBezTo>
                  <a:pt x="428625" y="138165"/>
                  <a:pt x="419048" y="128588"/>
                  <a:pt x="407194" y="12858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2143363" y="4348163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AI-Assistent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57651" y="4691063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Murakkabni oddiyga aylantiradi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95599" y="3658554"/>
            <a:ext cx="2598420" cy="1455420"/>
          </a:xfrm>
          <a:custGeom>
            <a:avLst/>
            <a:gdLst/>
            <a:ahLst/>
            <a:cxnLst/>
            <a:rect l="l" t="t" r="r" b="b"/>
            <a:pathLst>
              <a:path w="2598420" h="1455420">
                <a:moveTo>
                  <a:pt x="152397" y="0"/>
                </a:moveTo>
                <a:lnTo>
                  <a:pt x="2446023" y="0"/>
                </a:lnTo>
                <a:cubicBezTo>
                  <a:pt x="2530190" y="0"/>
                  <a:pt x="2598420" y="68230"/>
                  <a:pt x="2598420" y="152397"/>
                </a:cubicBezTo>
                <a:lnTo>
                  <a:pt x="2598420" y="1303023"/>
                </a:lnTo>
                <a:cubicBezTo>
                  <a:pt x="2598420" y="1387190"/>
                  <a:pt x="2530190" y="1455420"/>
                  <a:pt x="2446023" y="1455420"/>
                </a:cubicBezTo>
                <a:lnTo>
                  <a:pt x="152397" y="1455420"/>
                </a:lnTo>
                <a:cubicBezTo>
                  <a:pt x="68230" y="1455420"/>
                  <a:pt x="0" y="1387190"/>
                  <a:pt x="0" y="13030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24550" y="389096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8" y="171450"/>
                </a:moveTo>
                <a:cubicBezTo>
                  <a:pt x="300038" y="100481"/>
                  <a:pt x="242419" y="42863"/>
                  <a:pt x="171450" y="42863"/>
                </a:cubicBezTo>
                <a:cubicBezTo>
                  <a:pt x="100481" y="42863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8" y="242419"/>
                  <a:pt x="300038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8"/>
                </a:moveTo>
                <a:cubicBezTo>
                  <a:pt x="201021" y="225028"/>
                  <a:pt x="225028" y="201021"/>
                  <a:pt x="225028" y="171450"/>
                </a:cubicBezTo>
                <a:cubicBezTo>
                  <a:pt x="225028" y="141879"/>
                  <a:pt x="201021" y="117872"/>
                  <a:pt x="171450" y="117872"/>
                </a:cubicBezTo>
                <a:cubicBezTo>
                  <a:pt x="141879" y="117872"/>
                  <a:pt x="117872" y="141879"/>
                  <a:pt x="117872" y="171450"/>
                </a:cubicBezTo>
                <a:cubicBezTo>
                  <a:pt x="117872" y="201021"/>
                  <a:pt x="141879" y="225028"/>
                  <a:pt x="171450" y="225028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980384" y="4348163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Natijaga Fokus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94672" y="4691063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Imtihonlarni muvaffaqiyatli topshirish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32621" y="3658554"/>
            <a:ext cx="2598420" cy="1455420"/>
          </a:xfrm>
          <a:custGeom>
            <a:avLst/>
            <a:gdLst/>
            <a:ahLst/>
            <a:cxnLst/>
            <a:rect l="l" t="t" r="r" b="b"/>
            <a:pathLst>
              <a:path w="2598420" h="1455420">
                <a:moveTo>
                  <a:pt x="152397" y="0"/>
                </a:moveTo>
                <a:lnTo>
                  <a:pt x="2446023" y="0"/>
                </a:lnTo>
                <a:cubicBezTo>
                  <a:pt x="2530190" y="0"/>
                  <a:pt x="2598420" y="68230"/>
                  <a:pt x="2598420" y="152397"/>
                </a:cubicBezTo>
                <a:lnTo>
                  <a:pt x="2598420" y="1303023"/>
                </a:lnTo>
                <a:cubicBezTo>
                  <a:pt x="2598420" y="1387190"/>
                  <a:pt x="2530190" y="1455420"/>
                  <a:pt x="2446023" y="1455420"/>
                </a:cubicBezTo>
                <a:lnTo>
                  <a:pt x="152397" y="1455420"/>
                </a:lnTo>
                <a:cubicBezTo>
                  <a:pt x="68230" y="1455420"/>
                  <a:pt x="0" y="1387190"/>
                  <a:pt x="0" y="13030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18709" y="3890962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14313" y="10716"/>
                </a:moveTo>
                <a:cubicBezTo>
                  <a:pt x="252754" y="10716"/>
                  <a:pt x="283964" y="41925"/>
                  <a:pt x="283964" y="80367"/>
                </a:cubicBezTo>
                <a:cubicBezTo>
                  <a:pt x="283964" y="118809"/>
                  <a:pt x="252754" y="150019"/>
                  <a:pt x="214313" y="150019"/>
                </a:cubicBezTo>
                <a:cubicBezTo>
                  <a:pt x="175871" y="150019"/>
                  <a:pt x="144661" y="118809"/>
                  <a:pt x="144661" y="80367"/>
                </a:cubicBezTo>
                <a:cubicBezTo>
                  <a:pt x="144661" y="41925"/>
                  <a:pt x="175871" y="10716"/>
                  <a:pt x="214313" y="10716"/>
                </a:cubicBezTo>
                <a:close/>
                <a:moveTo>
                  <a:pt x="64294" y="58936"/>
                </a:moveTo>
                <a:cubicBezTo>
                  <a:pt x="90907" y="58936"/>
                  <a:pt x="112514" y="80543"/>
                  <a:pt x="112514" y="107156"/>
                </a:cubicBezTo>
                <a:cubicBezTo>
                  <a:pt x="112514" y="133770"/>
                  <a:pt x="90907" y="155377"/>
                  <a:pt x="64294" y="155377"/>
                </a:cubicBezTo>
                <a:cubicBezTo>
                  <a:pt x="37680" y="155377"/>
                  <a:pt x="16073" y="133770"/>
                  <a:pt x="16073" y="107156"/>
                </a:cubicBezTo>
                <a:cubicBezTo>
                  <a:pt x="16073" y="80543"/>
                  <a:pt x="37680" y="58936"/>
                  <a:pt x="64294" y="58936"/>
                </a:cubicBezTo>
                <a:close/>
                <a:moveTo>
                  <a:pt x="0" y="278606"/>
                </a:moveTo>
                <a:cubicBezTo>
                  <a:pt x="0" y="231257"/>
                  <a:pt x="38375" y="192881"/>
                  <a:pt x="85725" y="192881"/>
                </a:cubicBezTo>
                <a:cubicBezTo>
                  <a:pt x="94298" y="192881"/>
                  <a:pt x="102602" y="194154"/>
                  <a:pt x="110438" y="196498"/>
                </a:cubicBezTo>
                <a:cubicBezTo>
                  <a:pt x="88404" y="221144"/>
                  <a:pt x="75009" y="253692"/>
                  <a:pt x="75009" y="289322"/>
                </a:cubicBezTo>
                <a:lnTo>
                  <a:pt x="75009" y="300038"/>
                </a:lnTo>
                <a:cubicBezTo>
                  <a:pt x="75009" y="307672"/>
                  <a:pt x="76617" y="314905"/>
                  <a:pt x="79497" y="321469"/>
                </a:cubicBezTo>
                <a:lnTo>
                  <a:pt x="21431" y="321469"/>
                </a:lnTo>
                <a:cubicBezTo>
                  <a:pt x="9577" y="321469"/>
                  <a:pt x="0" y="311892"/>
                  <a:pt x="0" y="300038"/>
                </a:cubicBezTo>
                <a:lnTo>
                  <a:pt x="0" y="278606"/>
                </a:lnTo>
                <a:close/>
                <a:moveTo>
                  <a:pt x="349128" y="321469"/>
                </a:moveTo>
                <a:cubicBezTo>
                  <a:pt x="352008" y="314905"/>
                  <a:pt x="353616" y="307672"/>
                  <a:pt x="353616" y="300038"/>
                </a:cubicBezTo>
                <a:lnTo>
                  <a:pt x="353616" y="289322"/>
                </a:lnTo>
                <a:cubicBezTo>
                  <a:pt x="353616" y="253692"/>
                  <a:pt x="340221" y="221144"/>
                  <a:pt x="318187" y="196498"/>
                </a:cubicBezTo>
                <a:cubicBezTo>
                  <a:pt x="326023" y="194154"/>
                  <a:pt x="334328" y="192881"/>
                  <a:pt x="342900" y="192881"/>
                </a:cubicBezTo>
                <a:cubicBezTo>
                  <a:pt x="390250" y="192881"/>
                  <a:pt x="428625" y="231257"/>
                  <a:pt x="428625" y="278606"/>
                </a:cubicBezTo>
                <a:lnTo>
                  <a:pt x="428625" y="300038"/>
                </a:lnTo>
                <a:cubicBezTo>
                  <a:pt x="428625" y="311892"/>
                  <a:pt x="419048" y="321469"/>
                  <a:pt x="407194" y="321469"/>
                </a:cubicBezTo>
                <a:lnTo>
                  <a:pt x="349128" y="321469"/>
                </a:lnTo>
                <a:close/>
                <a:moveTo>
                  <a:pt x="316111" y="107156"/>
                </a:moveTo>
                <a:cubicBezTo>
                  <a:pt x="316111" y="80543"/>
                  <a:pt x="337718" y="58936"/>
                  <a:pt x="364331" y="58936"/>
                </a:cubicBezTo>
                <a:cubicBezTo>
                  <a:pt x="390945" y="58936"/>
                  <a:pt x="412552" y="80543"/>
                  <a:pt x="412552" y="107156"/>
                </a:cubicBezTo>
                <a:cubicBezTo>
                  <a:pt x="412552" y="133770"/>
                  <a:pt x="390945" y="155377"/>
                  <a:pt x="364331" y="155377"/>
                </a:cubicBezTo>
                <a:cubicBezTo>
                  <a:pt x="337718" y="155377"/>
                  <a:pt x="316111" y="133770"/>
                  <a:pt x="316111" y="107156"/>
                </a:cubicBezTo>
                <a:close/>
                <a:moveTo>
                  <a:pt x="107156" y="289322"/>
                </a:moveTo>
                <a:cubicBezTo>
                  <a:pt x="107156" y="230118"/>
                  <a:pt x="155109" y="182166"/>
                  <a:pt x="214313" y="182166"/>
                </a:cubicBezTo>
                <a:cubicBezTo>
                  <a:pt x="273516" y="182166"/>
                  <a:pt x="321469" y="230118"/>
                  <a:pt x="321469" y="289322"/>
                </a:cubicBezTo>
                <a:lnTo>
                  <a:pt x="321469" y="300038"/>
                </a:lnTo>
                <a:cubicBezTo>
                  <a:pt x="321469" y="311892"/>
                  <a:pt x="311892" y="321469"/>
                  <a:pt x="300038" y="321469"/>
                </a:cubicBezTo>
                <a:lnTo>
                  <a:pt x="128588" y="321469"/>
                </a:lnTo>
                <a:cubicBezTo>
                  <a:pt x="116733" y="321469"/>
                  <a:pt x="107156" y="311892"/>
                  <a:pt x="107156" y="300038"/>
                </a:cubicBezTo>
                <a:lnTo>
                  <a:pt x="107156" y="28932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Text 14"/>
          <p:cNvSpPr/>
          <p:nvPr/>
        </p:nvSpPr>
        <p:spPr>
          <a:xfrm>
            <a:off x="7817406" y="4348163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6M+ O'quvchilar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31693" y="4691063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O'zbekistondagi bozor potensiali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485</Words>
  <Application>Microsoft Office PowerPoint</Application>
  <PresentationFormat>Широкоэкранный</PresentationFormat>
  <Paragraphs>158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微软雅黑</vt:lpstr>
      <vt:lpstr>Aptos</vt:lpstr>
      <vt:lpstr>Liter</vt:lpstr>
      <vt:lpstr>Quattrocento Sans</vt:lpstr>
      <vt:lpstr>Calibri</vt:lpstr>
      <vt:lpstr>Hedvig Letters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Edu - AI-Powered Education Platform</dc:title>
  <dc:subject>Smart Edu - AI-Powered Education Platform</dc:subject>
  <dc:creator>Kimi</dc:creator>
  <cp:lastModifiedBy>TheJumayev</cp:lastModifiedBy>
  <cp:revision>4</cp:revision>
  <dcterms:created xsi:type="dcterms:W3CDTF">2026-04-13T11:35:56Z</dcterms:created>
  <dcterms:modified xsi:type="dcterms:W3CDTF">2026-04-13T12:20:38Z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{"Label":"Smart Edu - AI-Powered Education Platform","ContentProducer":"001191110108MACG2KBH8F10000","ProduceID":"19d8687c-3e02-8cb1-8000-00002af18e6d","ReservedCode1":"","ContentPropagator":"001191110108MACG2KBH8F20000","PropagateID":"19d8687c-3e02-8cb1-8000-00002af18e6d","ReservedCode2":""}</vt:lpwstr>
  </property>
</Properties>
</file>